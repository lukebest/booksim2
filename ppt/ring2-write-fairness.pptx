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20 节点无缓存双向环上的瞬时写带宽公平性：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问题定位 · 理论极限 · 拥塞控制选型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数据口径：uniform tiled 写 · K = 20000 · 单 plane · 每核在飞上限 32 · 瞬时均衡度按 100 拍窗 · 全部可复现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问题背景：拓扑、节点、路由与关键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38666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738666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 的问题：带宽已打满，瞬时带宽不均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517212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517212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 方案：检测 / 传递 / 反馈 / 控制与实测代价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295758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295758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公平性与总带宽的 trade-off：形式化与曲线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4074305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4074305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理论最优、理想拥塞控制与各方案 Pareto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852851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852851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Pareto 前沿方案详述（免流量先验）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631397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631397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WriteNoSnp。总带宽已接近理论上限，问题出在「谁在什么时候拿到 slot」。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公平性主指标：100 拍宽的窗内对 10 个核的写带宽算 Jain，再对所有争用窗内的箱取平均。全篇瞬时均衡度都用这个口径。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2890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198089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4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3031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每核在飞上限 =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9504"/>
            <a:ext cx="219753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最坏情况下一笔写的空载 RTT 是 89 拍，等速率份额 2/7 笔/拍 → 覆盖 RTT 只需约 26 笔，取 32。HA tracker 512 远大于 10 × 32，不绑定。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96.97%，但十个核的瞬时带宽差 1.57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96.97%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5.5412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031" y="1024128"/>
            <a:ext cx="7897119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最忙的 8 条链路（RSP 的 1→0 / 11→10 / 7→8 / 17→18 与对应的 4 条 DAT）占用都是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96.98%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3.03%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72,186 = 70,000 载有效载荷 + 5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2,181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，三项逐拍相加相等。在飞上限收到 32 之后，绕环重发已经从上千拍降到 5 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空转是什么组成的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逐拍归因、无残项：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I-tag 主动让位 49.1%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（槽被留给上游预约）、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dry 42.0%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（四段握手串行，HA 手里还没有 RSP 可发）、在环 flit 同拍抢走 8.6%、队头阻塞 0.2%。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D20A2E"/>
                </a:solidFill>
                <a:latin typeface="Microsoft YaHei"/>
              </a:rPr>
              <a:t>能回收的不到 1 个点，且要拿公平性换：I-tag 调强可到 97.59% R*，但 Jain 掉 0.029；加深下环队列、加大在飞上限都是净亏。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0.44978，最高 C14 = 0.70449。慢的那四个正是「邻接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1.5663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51599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379679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3800942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385482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48698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528434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38133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389213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372218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57402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拍瞬时公平性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0.92818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100 拍分箱平均 JAIN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理想控制器 = 0.99997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同一份数据换观察窗宽度，实测始终低于理想控制器。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567 个箱里 p05 = 0.88533，最差箱 0.84551。右图把观察窗一路放宽：实测只收敛到 0.96458 的天花板，永远追不上理想控制器。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抖动抹平后的上限只有 0.96458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给每核每箱都填上它自己的长期均值（抖动全抹掉、只留速率差），Jain 上限就到顶了 —— 这是任何「只整时机、不搬份额」机制的天花板。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所以要提高均衡度，必须真的搬速率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44.95 vs 70.46 flit/箱（比 1.5673）。核内抖动占方差 53.4%，但封顶的是另外那 46.6% 的核间差 —— 100 拍窗内每核有 59.7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96.98%（RSP）；K=2000 短探测把绑定 hop 的空槽逐拍分类，「端口空闲」一列合计 1，实质为零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方案与代价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拥塞检测、拥塞传递、拥塞反馈、流量控制，以及调参之后的两难。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的公平性来自「把所有人一起压慢」：Jain +0.029，总带宽 −16.3%；调参把带宽拿回来之后，公平性也一起还了回去。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四段本身都成立，问题出在第 ① 段的信号语义：在无缓存环上，一个核的上环失败大多由别人的 transit 造成，所以这条信号分不清「我太贪」和「我被挤」。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效果：两个旋钮各拿一头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U N I N G   O U T C O M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默认档的总写带宽代价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换来 Jain +0.029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96153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39411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三个工作点在带宽—Jain 平面上的位置。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拍分箱 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0.95675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1.3586；总写带宽 5.5412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4.6397（−16.3%）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。公平性进步是真的，带宽代价也是真的。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参数网格自己选出的最优点（dir_split、cap 0.5、w 64、burst 1）：带宽回到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5.5426（+0.03%）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，但 Jain 掉回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0.92596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反升到 1.5815 —— 和 S0 实质相同。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两档之间没有中间地带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+19.5%，Jain −0.031，一分不少地还回去。62 组扫描里没有出现「带宽基本不掉、Jain 明显更好」的配置 —— 这不是没调好，是机制本身的形状。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为什么换不来公平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I T   D O E S   N O T   T R A N S F E R   R A T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期望是「把份额从快核搬给慢核」，实测是「把所有人一起压慢」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极差变小，是因为上限被砍、下限也跟着掉，而不是速率发生了转移。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期望的动作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快核让速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：拥塞等级高的路径上，占优核先降预算。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让出的槽被慢核接手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：C0 / C8 / C10 / C18 拿到本来挤不上的 hop。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总量不变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：份额重新分配，总带宽守恒。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实测发生的事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触发条件搞反了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：乘性减由「自己上环失败了」触发，而无缓存环上这些失败大多是别人的 transit 造成的 —— 等于惩罚受害者。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所有核一起下降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：慢核 C18 0.46574 → 0.42582（−8.6%），快核 C14 0.70449 → 0.54936（−22.0%）。max/min 变好，是上限被砍出来的。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闸门型执行器丢槽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：令牌桶「没额度就不上环」，而无缓存环上让出的槽不会被记账保留，沿途任何节点都能吃掉。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默认 S1 的总写带宽代价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参数扫描，无一组两头都好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先把「要多一点公平到底该付多少带宽」这条曲线精确算出来。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 —— 但这是全部的代价，S1 付的远不止这些。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9708"/>
            <a:ext cx="7452360" cy="35334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332883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红线 = 二阶锥规划的精确解，与仿真轮次无关；蓝点 = 官方 K = 20000 的 S0（5.5412 flit/cycle，Jain 0.92818）。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O R M A L   D E R I V A T I O 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83489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105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三个变量的含义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2432"/>
            <a:ext cx="285567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（决策变量）= 第 c 个核每拍发出多少笔事务。十个核 → 十个数。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a(r,c)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= 核 c 每发一笔事务，平均占用资源 r 多少拍。r 遍历每条（链路，方向，VC）。路由固定、握手固定，所以这是个常数表。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约束 Σc a(r,c)·λc ≤ 1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= 任何一条链路每拍最多搬 1 flit。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Jain(λ) ≥ J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⟺ ‖λ‖₂ ≤ (Σλc)/√(J·10)：一个二阶锥约束，所以 R(J) = max Σλc 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精确解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，不是估计。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389376"/>
            <a:ext cx="3221431" cy="93878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480816"/>
            <a:ext cx="2599639" cy="755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① 完全等速率的上限 R* = 5.7143，无约束峰值 R_max = 6.4000 —— 公平的固有代价 −10.71%。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4474464"/>
            <a:ext cx="3221431" cy="8534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4565904"/>
            <a:ext cx="2599639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② 曲线在高 Jain 段陡然变贵：最后 0.01 的 Jain 单价是前面一大段的 3.6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03336" y="5474208"/>
            <a:ext cx="3221431" cy="8534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5565647"/>
            <a:ext cx="2599639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③ S0 实测落在曲线</a:t>
            </a:r>
            <a:r>
              <a:rPr sz="1200" b="1">
                <a:solidFill>
                  <a:srgbClr val="FFFFFF"/>
                </a:solidFill>
                <a:latin typeface="Microsoft YaHei"/>
              </a:rPr>
              <a:t>下方</a:t>
            </a:r>
            <a:r>
              <a:rPr sz="1200" b="0">
                <a:solidFill>
                  <a:srgbClr val="FFFFFF"/>
                </a:solidFill>
                <a:latin typeface="Microsoft YaHei"/>
              </a:rPr>
              <a:t>：它既不最快也不最公平，本身就不在前沿上。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Jain ≈ 1.0。可争的总带宽只有 3 个点，公平性那一侧才是主战场。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J_ideal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0.99997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Jain ≈ 1.0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η =（总带宽 × 分箱 Jain）/ 理想控制器的同一乘积。理想 = 1.0。筛选轮 K = 2000，每核在飞上限 32，100 拍窗。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045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591056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横轴的 FF‑eq 是什么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32432"/>
            <a:ext cx="2489911" cy="793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FF‑eq = 等效触发器数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（flip-flop equivalent）：把方案新增的寄存器、比较器、加法器、乘法器、总线线宽都折算成「相当于多少个 D 触发器」，得到一个可以横向比较的面积代价。S1 = 21,220 FF‑eq 就是这么算出来的。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2959063"/>
            <a:ext cx="2855671" cy="184523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162247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前沿只剩两个点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503623"/>
            <a:ext cx="2489911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S0（0 FF‑eq，η 0.8894）→ </a:t>
            </a:r>
            <a:r>
              <a:rPr sz="9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（900 FF‑eq，η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0.9395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）。900 FF‑eq 买到离理想控制器最近的位置，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比 S1 便宜 24 倍、η 高 0.174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S22-stock（13,920，0.8883）、S19 / S20（5,840，0.8992）、S22 深队列（1,198,560，0.9210）全部被 S16 支配或性价比远低。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4950605"/>
            <a:ext cx="2855671" cy="13770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042045"/>
            <a:ext cx="2233879" cy="11941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判据是「离理想控制器有多近」，不是任何一条固定验收线：S16 把 η 从 0.8894 推到 0.9395，走完了 S0 与理想之间 45% 的距离。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8817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641143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Jain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82519"/>
            <a:ext cx="248991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十个核全部打同一个两节点热簇，谁快谁慢由「离热簇几跳」直接决定，拥塞点也不在注入侧。这种流量下的瞬时均衡度既不是设计目标、也不反映控制器好坏 —— 这一页只考察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3042652"/>
            <a:ext cx="2855671" cy="20563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256845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598221"/>
            <a:ext cx="2489911" cy="13231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在飞上限收到 32 之后，S0 本身就已经拿到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98.76%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。在此之上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FF‑eq）到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99.74%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，E-tag 绕环从 4,384 降到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35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更贵的方案全部更差：S19 / S20 = 99.08%，S22-stock = 98.75%，S1 = 98.35%。原因是 hot 的拥塞在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目的地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，而 S16 是唯一把控制点放在拥塞发生地的方案；源端之间的公平化在这里毫无帮助，还因让位 / 门控白扔槽位而亏带宽。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5245340"/>
            <a:ext cx="2855671" cy="108230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336780"/>
            <a:ext cx="2233879" cy="8994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结论：换流量 pattern 之后，S16 仍然不亏带宽 —— 它不含任何 pattern 先验。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两个方案，各两页：机制示意 + 与 S0 / S1 的实测对比。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入选标准：在可实现 Pareto 前沿上或紧邻前沿，且目标值全部来自测量、不含任何流量 pattern 先验。定速钉死的 S24 / S25 因此被撤下。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写路径：把协议本来就要发的 DBIDResp 当授权用；右 = 读路径：同一套状态，改的是 CompData 的发出顺序。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D20A2E"/>
                </a:solidFill>
                <a:latin typeface="Arial"/>
              </a:rPr>
              <a:t>S C H E M E   1   /   2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35549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57898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99274"/>
            <a:ext cx="2307031" cy="15512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16。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909974"/>
            <a:ext cx="2672791" cy="14020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4099895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overcommit 跟着在飞上限走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441271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在飞上限 128 时该取 64；收到 32 之后十个核总共只递上约 40 笔，64 永远扣不住任何东西，S16 会退化成 S0。重扫后取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16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（上限的一半），12–16 是一段平台。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458358"/>
            <a:ext cx="2672791" cy="86928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549798"/>
            <a:ext cx="2050999" cy="6864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扣授权不会制造气泡：占优核只是暂时没数据要发，这一拍的 slot 谁能用谁拿走。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实测：写侧与读侧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0.98466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−0.39%，整窗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43515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9204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写：几乎白拿的公平性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0.98466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（S1 只到 0.95675），整窗 max/min 1.5663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，速率差实质抹平；总带宽只让 0.39%，而 S1 要让 16.3%。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读：带宽还是正的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拿到 R* 的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98.41%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，比 S0 还高 0.47%，Jain 0.99449。把控制放在请求端的 S1-R 则掉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20.5%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带宽、Jain 反而更低（0.97474）—— 读侧管错了对象。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读侧本来就不太不公平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S0 读的 Jain 已有 0.99067、max/min 1.0035。因为读的大流量是 HA 发出的 CompData，注入点在 HA 而不是核，十个核不争同一个入环口。S16 的读侧价值主要在带宽与鲁棒性。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D20A2E"/>
                </a:solidFill>
                <a:latin typeface="Arial"/>
              </a:rPr>
              <a:t>S C H E M E   2   /   2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与 S1 的关键差别：S1 的执行器是令牌桶闸门（没额度就不上环，让出的槽被沿途吃掉）；S22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同等公平度下让位比门控省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0.94799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S22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−2.21%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07499"/>
            <a:ext cx="8296351" cy="2629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2806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20000。第三幅的 MAX / MIN 越接近 1 越齐。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比 S1 全面更好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0.94799 vs S1 的 0.95675 基本持平，但带宽只让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2.21%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，S1 要让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16.3%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；max/min 1.2230 vs 1.3586。硬件还便宜 34%（13,920 vs 21,220 FF‑eq）。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但被 S16 支配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拿到更高的 Jain（0.98466）和更小的带宽代价（0.39%）。S22 的价值在于它是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纯环上仲裁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，不依赖 completer 侧的授权语义。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不要买深队列变体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把下环队列从 12/8 加到 32/32，η 只从 0.8883 涨到 0.9210，硬件贵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86 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（1,198,560 FF‑eq）—— 花在队列上不如花在决策上。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哪些已经关死，哪些还开着，以及下一步该由谁拍板。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带宽线已基本关死；公平缺陷是真实的，但它不必用带宽去换 —— 900 FF‑eq 的 S16 已经把两头都拿住了。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四条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98643"/>
            <a:ext cx="2599867" cy="2464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带宽线已基本关死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= 96.97% R*，最忙的链路 96.98% 满；3.03% 的缺口已逐拍闭合（5 拍绕环 + 2,181 拍空转）。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拥塞控制的带宽目标应是「不弄丢」，不是「抬上去」。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498643"/>
            <a:ext cx="2599867" cy="2464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公平缺陷是真实的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不是采样噪声：把抖动完全抹平后的 Jain 上限只有 0.96458，六快四慢是几何决定的固定分组（核间速率比 1.5673）。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要提高均衡度就必须真的搬速率，只整时机不够。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498643"/>
            <a:ext cx="2599867" cy="2464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S1 的路子方向错了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它用「自己上环失败」当拥塞信号，在无缓存环上这多半是别人的 transit 造成的 —— 等于惩罚受害者；执行器又是闸门，让出的槽被沿途吃掉。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结果是 −16.3% 带宽只换来 +0.029 Jain。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498643"/>
            <a:ext cx="2599867" cy="2464216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两头可以同时拿住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S16 把决策点放回 completer：Jain 0.92818 → 0.98466，max/min → 1.0001，带宽只让 0.39%，硬件 900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读侧同样成立，且带宽还是正的（+0.47%）。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贯穿全篇的机制结论：在无缓存环上「把速率从快核转移给慢核」本身是有损的 —— 让出的气泡只能向下游传递、沿途会被吃掉。所以执行器要么选让位（S22），要么干脆别产生气泡（S16 扣授权）。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按成本递增的三步，外加一份不建议清单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07940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立刻做 · 0 FF‑eq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476404"/>
            <a:ext cx="2160955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每核在飞上限收到 32。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零硬件、无流量先验：覆盖最坏 89 拍 RTT 只需约 26 笔，再多就只是在已经饱和的环上排队。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uniform 绕环重发从上千拍降到 5 拍；非均匀流量带宽 +33%。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5381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主推 · 900 FF‑eq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72383"/>
            <a:ext cx="2160955" cy="1625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投 S16 授权保留。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写侧 Jain 0.92818 → 0.98466、带宽 −0.39%；读侧带宽 +0.47%、Jain 0.99449；非均匀流量拿到 R* 的 99.74%。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不加总线、不加表，只改 completer 何时发 DBIDResp / CompData。唯一要定的参数是 overcommit = 在飞上限的一半。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 · 13,920 FF‑eq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S22-stock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：复用 S1 那条 6 bit 总线，去掉乘法器和令牌桶换成加法树。Jain 0.94799、带宽 −2.21%，全面优于 S1 且更便宜。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它不依赖 completer 的授权语义，可作为 S16 不适用时的纯环上方案。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04130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不建议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438304"/>
            <a:ext cx="2160955" cy="149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S1 现状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：−16.3% 带宽换 +0.029 Jain，62 组参数扫描无解。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S22 深队列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：η 只多 0.033，硬件贵 86 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：中价位，但在非均匀流量下控制回路一次都没触发。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三步之间没有依赖：第 1 步可以单独上线，第 2、3 步可并行评估。第 2 步是本次汇报建议的落点。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需要拍板的一件事：是否投 900 FF‑eq 做 S16 授权保留。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它让 completer 按「谁被服务得最少」来发授权，写读两侧都不亏带宽。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
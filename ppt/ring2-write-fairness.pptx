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9464040" y="1097280"/>
            <a:ext cx="731520" cy="731520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07040" y="2011680"/>
            <a:ext cx="1737360" cy="173736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006840" y="3611880"/>
            <a:ext cx="329184" cy="329184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0" y="1783080"/>
            <a:ext cx="640080" cy="64008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6928" y="1170432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77824" y="1481328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395728"/>
            <a:ext cx="74980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D20A2E"/>
                </a:solidFill>
                <a:latin typeface="Arial"/>
              </a:rPr>
              <a:t>N O C   A R C H I T E C T U R E   R E V I E W   ·   2 0 - N O D E   B U F F E R L E S S   R I N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43200"/>
            <a:ext cx="7863840" cy="1792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满带宽下的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多核带宽不均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626864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20 节点无缓存双向环上的瞬时写带宽公平性：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问题定位 · 理论极限 · 拥塞控制选型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035040"/>
            <a:ext cx="8778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汇报对象：芯片架构师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数据口径：uniform tiled 写 · K = 20000 · 单 plane · 每核在飞上限 32 · 瞬时均衡度按 100 拍窗 · 全部可复现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057400"/>
            <a:ext cx="3703320" cy="31089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2496311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C O N T E N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25496"/>
            <a:ext cx="29260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目录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92277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8 SECTIONS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6008" y="960120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6008" y="960120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960120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58968" y="960120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问题背景：拓扑、节点、路由与关键 setup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6008" y="1641348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36008" y="1641348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1641348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8968" y="1641348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S0 的问题：带宽已打满，瞬时带宽不均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6008" y="2322576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36008" y="2322576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6008" y="2322576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58968" y="2322576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S1 方案：检测 / 传递 / 反馈 / 控制与实测代价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6008" y="3003804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36008" y="3003804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6008" y="3003804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58968" y="3003804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现有拥塞控制算法分类、S1 的位置与补齐的四类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36008" y="3685032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36008" y="3685032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6008" y="3685032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58968" y="3685032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公平性与总带宽的 trade-off：形式化与曲线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36008" y="4366260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36008" y="4366260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36008" y="4366260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58968" y="4366260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理论最优、理想拥塞控制与各方案 Pareto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6008" y="5047488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36008" y="5047488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36008" y="5047488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58968" y="5047488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Pareto 前沿方案详述（免流量先验）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36008" y="5728716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636008" y="5728716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36008" y="5728716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58968" y="5728716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02 / 41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O N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问题背景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拓扑、节点角色、路由规则，以及决定结论的那几项关键 setup。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10 个 AI core 对 8 个 memory HA 做 CHI WriteNoSnp。总带宽已接近理论上限，问题出在「谁在什么时候拿到 slot」。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03 / 41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拓扑与节点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04-to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60704"/>
            <a:ext cx="4791456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蓝 = AI core（10）· 橙 = memory HA（8）· 灰 = 非终端 N9 / N19；边上数字为 hop 时延（拍）。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5936" y="1060704"/>
            <a:ext cx="52788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O P O L O G Y   &amp;   R O U T I N 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5936" y="1408176"/>
            <a:ext cx="5278831" cy="201518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8816" y="1809810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20 节点单 plane 双向闭合 full 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2151186"/>
            <a:ext cx="49130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节点角色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个 AI core（C0–C18 偶数）发起写；8 个 memory HA（M1–M17 奇数）为 completer；N9 / N19 只转发，不收发。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路由：时延最短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。按链路时延之和选 CW / CCW，时延平局比跳数，再平局取 CW；core→mem 与 mem→core 同一规则。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5936" y="3569664"/>
            <a:ext cx="5278831" cy="161214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4006465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几何后果：本次问题的起点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4347841"/>
            <a:ext cx="491307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因为 N9 / N19 不是 mem，C0 / C8 / C10 / C18 的「邻接 mem 数」只有 1，其余六核为 2。这一条几何差异，直接决定了后面看到的六快四慢。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5328116"/>
            <a:ext cx="5278831" cy="9995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2" y="5419556"/>
            <a:ext cx="4657039" cy="816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20 节点 / 1 plane · 10 core + 8 HA + 2 非终端 · 等速率理论上限 R* = 5.7143 flit/cycle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04 / 41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协议：CHI WriteNoSnp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R O T O C O 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一笔写 = 四拍握手，被计量的只有第三拍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REQ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core → HA，1 flit，走时延最短方向，占 REQ VC。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DBIDResp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flit，反方向，占 RSP VC。HA think time = 0。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438342"/>
            <a:ext cx="2599867" cy="2529954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31581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WriteData ×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712814"/>
            <a:ext cx="2160955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core → HA，2 flit，占 DAT VC。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per-core 写带宽 = 争用窗内成功上环的 WriteData flit / cycle。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3443748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Comp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840750"/>
            <a:ext cx="2160955" cy="6890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flit，占 RSP VC，释放该笔事务的 tracker 表项。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公平性主指标：100 拍宽的窗内对 10 个核的写带宽算 Jain，再对所有争用窗内的箱取平均。全篇瞬时均衡度都用这个口径。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05 / 41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关键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A B R I C   C O N F I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八项决定结论的配置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上环端口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每方向一组 × REQ / RSP / DAT，每口 1 flit/cycle → 每节点 6 个上环口。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下环端口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一个「两写一读」buffer：两方向可同拍各写 1 flit，PE 每拍只读 1 flit。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上环队列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12 深共享 FIFO + 每向 8 深 inject Q，各接一个上环口。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下环队列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深度 12。整轮里满的比例 0%，从来不是瓶颈 —— 所以带宽不是被下环侧卡住的。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2890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在环绝对优先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198089"/>
            <a:ext cx="219753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bufferless：transit flit 永不被本地注入打断，注入只能挤空隙。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72960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I-tag / E-tag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509879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t_inj = 4 定向上游预约单槽；t_xfer = 1，首次下环失败即打标，再到达时最高优先级下环。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3031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每核在飞上限 = 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4999504"/>
            <a:ext cx="219753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最坏情况下一笔写的空载 RTT 是 89 拍，等速率份额 2/7 笔/拍 → 覆盖 RTT 只需约 26 笔，取 32。HA tracker 512 远大于 10 × 32，不绑定。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24899" y="4389120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26067" y="472960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专用流控总线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26067" y="509879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广播，不占 NoC hop；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任何使用固定 30 拍延迟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（物理约束，不是可调项），控制窗 64 拍。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06 / 41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W 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S0 的具体问题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总带宽已经打到理论上限的 96.97%，但十个核的瞬时带宽差 1.57 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带宽这条线基本关死了；真正的缺陷在公平性一侧，而且是几何决定的固定分组，不是随机抖动。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07 / 41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S0：总带宽已打满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B A N D W I D T H   I S   S A T U R A T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96.97%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S0 = 5.5412 flit/cycle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占等速率上限 R* = 5.7143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7-total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031" y="1024128"/>
            <a:ext cx="7897119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46557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67080"/>
                </a:solidFill>
                <a:latin typeface="Microsoft YaHei"/>
              </a:rPr>
              <a:t>左 = 每个 VC 的 40 条有向链路按占用率排序，天花板是「每拍 1 flit」；右 = 绑定链路的拍数预算。两幅都不把分箱带宽和理论上限放在同一根轴上。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114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判据：链路已经快满了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7138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最忙的 8 条链路（RSP 的 1→0 / 11→10 / 7→8 / 17→18 与对应的 4 条 DAT）占用都是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96.98%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。它们就是 R* 的绑定项 —— 带宽是被链路卡住的，不是被队列或端口卡住的。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50744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差的 3.03% 是什么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4867363"/>
            <a:ext cx="3125114" cy="10767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makespan 72,186 = 70,000 载有效载荷 + 5 绕环重发 +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2,181 空转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，三项逐拍相加相等。core_outstanding 固定为 32、覆盖最坏 RTT；在这个前提下，绕环重发仅 5 拍，剩余缺口来自已分类的空转。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29440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空转是什么组成的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654320"/>
            <a:ext cx="3125114" cy="15028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逐拍归因、无残项：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I-tag 主动让位 49.1%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（槽被留给上游预约）、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dry 42.0%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（四段握手串行，HA 手里还没有 RSP 可发）、在环 flit 同拍抢走 8.6%、队头阻塞 0.2%。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D20A2E"/>
                </a:solidFill>
                <a:latin typeface="Microsoft YaHei"/>
              </a:rPr>
              <a:t>能回收的不到 1 个点，且要拿公平性换：I-tag 调强可到 97.59% R*，但 Jain 掉 0.029；加深下环队列也不能改善这一结论。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08 / 41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S0：各核写带宽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98448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E R - C O R E   B A N D W I D T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27631"/>
            <a:ext cx="4572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六快四慢，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是固定分组不是抖动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072384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最低 C8 = 0.44978，最高 C14 = 0.70449。慢的那四个正是「邻接 mem 数 = 1」的 C0 / C8 / C10 / C18。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33087"/>
            <a:ext cx="365760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D20A2E"/>
                </a:solidFill>
                <a:latin typeface="Arial"/>
              </a:rPr>
              <a:t>1.5663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809744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整窗 MAX / MIN（S0，K = 20000）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04688" y="1152144"/>
            <a:ext cx="6120079" cy="5175503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15584" y="1552651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534363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2512" y="1534363"/>
            <a:ext cx="2515999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82351" y="1552651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5584" y="1969617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2512" y="1951329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82512" y="1951329"/>
            <a:ext cx="379679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82351" y="1969617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15584" y="2386584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2512" y="2368296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82512" y="2368296"/>
            <a:ext cx="3800942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82351" y="2386584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0.688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15584" y="2803550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82512" y="2785262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82512" y="2785262"/>
            <a:ext cx="3854826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82351" y="2803550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15584" y="32205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82512" y="32022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2512" y="3202228"/>
            <a:ext cx="2486985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82351" y="32205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15584" y="3637483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82512" y="3619195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82512" y="3619195"/>
            <a:ext cx="2528434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2351" y="3637483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5584" y="4054449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82512" y="4036161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82512" y="4036161"/>
            <a:ext cx="381337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82351" y="4054449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0.690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44714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82512" y="44531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82512" y="4453128"/>
            <a:ext cx="3892131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82351" y="44714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15584" y="4888382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82512" y="4870094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82512" y="4870094"/>
            <a:ext cx="372218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82351" y="4888382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0.674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15584" y="5305348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82512" y="5287060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82512" y="5287060"/>
            <a:ext cx="2574029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82351" y="5305348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0.466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15584" y="5779007"/>
            <a:ext cx="549828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条长按 0.75 flit/cycle 归一。8 个 HA 收到的 WriteData 完全相等（50,000 / HA），所以这不是访存不均。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09 / 41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S0：100 拍瞬时公平性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I N S T A N T A N E O U S   F A I R N E S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0.92818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100 拍分箱平均 JAIN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理想控制器 = 0.99997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9-s0-inst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57156"/>
            <a:ext cx="8296351" cy="25298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7840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主指标随时间；右 = 同一份数据换观察窗宽度，实测始终低于理想控制器。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不是个别坏箱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567 个箱里 p05 = 0.88533，最差箱 0.84551。右图把观察窗一路放宽：实测只收敛到 0.96458 的天花板，永远追不上理想控制器。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抖动抹平后的上限只有 0.96458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给每核每箱都填上它自己的长期均值（抖动全抹掉、只留速率差），Jain 上限就到顶了 —— 这是任何「只整时机、不搬份额」机制的天花板。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所以要提高均衡度，必须真的搬速率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核间长期速率 44.95 vs 70.46 flit/箱（比 1.5673）。核内抖动占方差 53.4%，但封顶的是另外那 46.6% 的核间差 —— 100 拍窗内每核有 59.7 个 flit，整数粒度不构成限制。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10 / 41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根因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O O T   C A U S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几何 × 机制 = 固定的六快四慢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673762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几何：邻接 mem =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070764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N9 / N19 是非终端，于是 C0 / C8 / C10 / C18 紧邻的 memory 只有一个。它们的写必须挤到环上最忙的那几条 hop 上，而其余六核可以在两侧分流。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带宽与邻接 mem 数的相关系数 0.997。改路由也变不出第二个邻居。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2122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1578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1578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3456264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机制：在环绝对优先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3853266"/>
            <a:ext cx="3088538" cy="18527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无缓存环上 transit flit 永不被本地注入打断，注入只能挤空隙。决定上环延迟的是空隙的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分布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而不是总量 —— 坐在热段起点的节点看到的空隙最少、最不规则。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官方 run 最忙 hop 占用 96.98%（RSP）；K=2000 短探测把绑定 hop 的空槽逐拍分类，「端口空闲」一列合计 1，实质为零 —— 没有一个空槽是仲裁失误。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6772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6772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6772" y="3782510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症状：差距全在「等着上环」这一段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4179512"/>
            <a:ext cx="3088538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8 个 HA 收到的 WriteData 完全相等，每核每方向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成功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上环数也被路由钉死在 30,000 笔、逐位相同。服务侧没有任何不均。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所以差的不是「谁被服务得多」，而是「谁等得久」—— 决策点在注入排队，不在存储侧。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11 / 41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H R E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S1 方案与代价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拥塞检测、拥塞传递、拥塞反馈、流量控制，以及调参之后的两难。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 的公平性来自「把所有人一起压慢」：Jain +0.029，总带宽 −16.3%；调参把带宽拿回来之后，公平性也一起还了回去。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12 / 41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机制：检测 / 传递 / 反馈 / 控制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E N D E R - D R I V E N   ·   R A T E - B A S E D   ·   B U S - T R I G G E R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S1：拥塞等级广播 + 节点级 AIMD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拥塞检测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每节点每 64 拍窗统计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上环失败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与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下环偏转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，分 total（任何原因）与 net（仅在环占用造成）两路。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等级 = min(7, 计数 ÷ 8)，量化成 3 bit：0–7→0，8–15→1，…，≥56→7。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拥塞传递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每方向 3 bit 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专用广播总线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，从不占用 NoC hop，因此不会自我加剧拥塞。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本设计里任何总线使用固定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30 拍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延迟（物理约束）；30 &lt; 窗口 64，所以反馈仍能赶在下一次 AIMD 之前送到。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188150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拥塞反馈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585152"/>
            <a:ext cx="2160955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每节点维护一张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受控节点表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 —— 自己的 flit 会经过的那些 path nodes（20 项 × 6 bit）。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反馈值取这些节点等级的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max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：路径上最堵的那一段说了算。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220845"/>
            <a:ext cx="2599867" cy="29649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流量控制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最终等级 = level_of(自身 total 失败 − 8 × 收到的 max net 等级)。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对每窗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整型注入预算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做 AIMD：乘性减 α = 0.75 / 0.5 / 0.25，加性增 β = +16 / +8 / +2，出口是令牌桶闸门。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四段本身都成立，问题出在第 ① 段的信号语义：在无缓存环上，一个核的上环失败大多由别人的 transit 造成，所以这条信号分不清「我太贪」和「我被挤」。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13 / 41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效果：两个旋钮各拿一头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U N I N G   O U T C O M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−16.3%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S1 默认档的总写带宽代价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换来 Jain +0.029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12-s1-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96153"/>
            <a:ext cx="8296351" cy="265181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939411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每核写带宽对比；右 = 三个工作点在带宽—Jain 平面上的位置。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 默认（band = spec）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100 拍分箱 Jain 0.92818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0.95675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1.5663 → 1.3586；总写带宽 5.5412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4.6397（−16.3%）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。公平性进步是真的，带宽代价也是真的。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S1T 每向预算（调参后）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62 组 AIMD 参数网格自己选出的最优点（dir_split、cap 0.5、w 64、burst 1）：带宽回到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5.5426（+0.03%）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，但 Jain 掉回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0.92596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，max/min 反升到 1.5815 —— 和 S0 实质相同。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两档之间没有中间地带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从 S1 走到 S1T：带宽 +19.5%，Jain −0.031，一分不少地还回去。62 组扫描里没有出现「带宽基本不掉、Jain 明显更好」的配置 —— 这不是没调好，是机制本身的形状。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14 / 41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为什么换不来公平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Y   I T   D O E S   N O T   T R A N S F E R   R A T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11057839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600" b="1">
                <a:solidFill>
                  <a:srgbClr val="20242C"/>
                </a:solidFill>
                <a:latin typeface="Microsoft YaHei"/>
              </a:rPr>
              <a:t>期望是「把份额从快核搬给慢核」，实测是「把所有人一起压慢」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57984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0"/>
                </a:solidFill>
                <a:latin typeface="Microsoft YaHei"/>
              </a:rPr>
              <a:t>极差变小，是因为上限被砍、下限也跟着掉，而不是速率发生了转移。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78608"/>
            <a:ext cx="5391759" cy="245059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67080"/>
                </a:solidFill>
                <a:latin typeface="Microsoft YaHei"/>
              </a:rPr>
              <a:t>期望的动作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快核让速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：拥塞等级高的路径上，占优核先降预算。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让出的槽被慢核接手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：C0 / C8 / C10 / C18 拿到本来挤不上的 hop。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总量不变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：份额重新分配，总带宽守恒。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2578608"/>
            <a:ext cx="5391759" cy="245059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9039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D20A2E"/>
                </a:solidFill>
                <a:latin typeface="Microsoft YaHei"/>
              </a:rPr>
              <a:t>实测发生的事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触发条件搞反了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：乘性减由「自己上环失败了」触发，而无缓存环上这些失败大多是别人的 transit 造成的 —— 等于惩罚受害者。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所有核一起下降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：慢核 C18 0.46574 → 0.42582（−8.6%），快核 C14 0.70449 → 0.54936（−22.0%）。max/min 变好，是上限被砍出来的。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闸门型执行器丢槽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：令牌桶「没额度就不上环」，而无缓存环上让出的槽不会被记账保留，沿途任何节点都能吃掉。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−16.3%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默认 S1 的总写带宽代价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2122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32122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62 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3290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AIMD 参数扫描，无一组两头都好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7316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97316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21,220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8484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硬件 FF‑eq（总线 + 表 + 乘法器 + 令牌桶）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15 / 41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O U 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现有拥塞控制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算法的分类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按「在哪里动手」和「听什么信号」把文献里的拥塞控制分成八类，给出各类优缺点，定位 S1，并补齐本研究原本没有代表方案的四类。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 的缺陷不是它自己的，是整一行共有的：触发降速的是节点自己的失败，而无缓存环上这些失败大多由别人造成。换控制点比换参数有用得多。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16 / 41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分类 · 控制点 ①–④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A X O N O M Y   B Y   C O N T R O L   P O I N T   ·   1   /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动手的地方决定天花板：路由、背压、两种源端限速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971083"/>
            <a:ext cx="2599867" cy="261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3285728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① 自适应路由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682730"/>
            <a:ext cx="2197531" cy="1626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：UGAL / Valiant / CQR。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：路径选择。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：不减少任何人的注入量，只换路径，理论上零吞吐代价。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：要有非最短路可走，而绕远本身要多占链路容量。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971083"/>
            <a:ext cx="2599867" cy="261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317225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② 逐跳背压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569253"/>
            <a:ext cx="2197531" cy="18538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：Credit FC / PFC / wormhole 背压。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：上游链路。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：结构上不丢包，不需要测量任何全局量，实现最简单。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：需要可暂停的队列；会形成拥塞树，伤及无辜。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971083"/>
            <a:ext cx="2599867" cy="2616616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317225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③ 源端限速 · 速率型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569253"/>
            <a:ext cx="2197531" cy="18538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：AIMD / DCQCN / TIMELY / QCN。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：注入令牌桶。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：直接控制注入总量，稳定性有成熟理论，执行器便宜。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：闸门只能「扣住」，让出的槽会被沿途吃掉；量化亏带宽。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971083"/>
            <a:ext cx="2599867" cy="261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317225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④ 源端限速 · 窗口型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569253"/>
            <a:ext cx="2197531" cy="18538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：TCP / DCTCP / Swift / outstanding cap。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：在飞事务数。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：与 CHI 事务模型天然对齐；有名额可突发，不做逐拍量化。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：只管「有多少在飞」，不决定「瓶颈处先服务谁」。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17 / 41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分类 · 控制点 ⑤–⑧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A X O N O M Y   B Y   C O N T R O L   P O I N T   ·   2   /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其余四类：把控制点从源端搬到网内、接收端或调度器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22443"/>
            <a:ext cx="2599867" cy="261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236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⑤ 网内仲裁 / 公平队列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20613"/>
            <a:ext cx="2197531" cy="18538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：WFQ / age-based arb / iSLIP / HiRD / I-tag。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：环上仲裁。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：控制点就在拥塞发生地，不需要端到端环路，不扣住流量。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：只能改「这一拍谁先用」，要动仲裁器。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422443"/>
            <a:ext cx="2599867" cy="261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6236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⑥ 预约 / 调度式准入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020613"/>
            <a:ext cx="2197531" cy="18538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：Fastpass / ExpressPass / TDMA / token ring。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：预分配时隙。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：拥塞不形成；最坏情况是调度性质，不是控制环路性质。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：为空闲者保留的时隙直接浪费；帧长决定粒度。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422443"/>
            <a:ext cx="2599867" cy="261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6236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⑦ 接收端驱动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020613"/>
            <a:ext cx="2197531" cy="18538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：Homa / NDP / pHost / ExpressPass。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：completer 授权。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：控制点在真正拥塞的下环侧；扣住授权不会造成气泡。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：要动事务层；拥塞不在接收端时无效。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422443"/>
            <a:ext cx="2599867" cy="261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6236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⑧ 显式速率反馈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020613"/>
            <a:ext cx="2197531" cy="18538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：XCP / RCP / HPCC。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：瓶颈自己算速率并回传。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：源端不必猜；同一 hop 上所有核拿到同一个数，天然公平。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：反馈信息量最大，总线最宽；收敛要多窗。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第二个维度是「听什么信号」：本地观测 / 时延 / ECN / 显式等级 / 显式速率，与控制点正交 —— 同一执行器换个信号就是另一个方案（S17↔S18、S19↔S20）。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18 / 41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在分类中的位置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a-cc-taxon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46050"/>
            <a:ext cx="7589520" cy="32207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76541"/>
            <a:ext cx="7589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列 = 控制点（决定天花板）；行 = 拥塞信号（决定盲区）。灰底 = 本研究已有方案，红框 = S1 所在格，绿框 = 本次补齐的四类。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0496" y="1060704"/>
            <a:ext cx="30842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E R E   S 1   S I T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0496" y="1408176"/>
            <a:ext cx="3084271" cy="172842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23376" y="1630830"/>
            <a:ext cx="2718511" cy="4815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S1 = 源端限速 · 速率型 × 显式拥塞等级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23376" y="2194710"/>
            <a:ext cx="2718511" cy="7558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控制点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：每核每窗的整型注入预算，出口是令牌桶闸门 —— 第 ③ 类。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信号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：3 bit 拥塞等级，专用广播总线，固定 30 拍 —— 是「等级」而不是「速率」。同格还有 S1T 与 S15。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40496" y="3282906"/>
            <a:ext cx="3084271" cy="1914564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3376" y="3468743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缺陷属于「行」，不属于 S1 本身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3376" y="3810119"/>
            <a:ext cx="2718511" cy="1238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乘性减由</a:t>
            </a:r>
            <a:r>
              <a:rPr sz="850" b="1">
                <a:solidFill>
                  <a:srgbClr val="20242C"/>
                </a:solidFill>
                <a:latin typeface="Microsoft YaHei"/>
              </a:rPr>
              <a:t>自己上环失败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触发，而无缓存环上这些失败大多是别人的 transit 造成的 —— 于是惩罚受害者。凡是以「本节点观测到的失败 / 时延」为信号的格子都有同一个盲区。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D20A2E"/>
                </a:solidFill>
                <a:latin typeface="Microsoft YaHei"/>
              </a:rPr>
              <a:t>同一行里 S22 是唯一的例外：位宽完全不变，只把线上的内容从「我有多堵」换成「我这窗做了多少」，落后与领先才能直接比较。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0496" y="5343774"/>
            <a:ext cx="3084271" cy="983873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51392" y="5435214"/>
            <a:ext cx="2462479" cy="800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所以调参救不了 S1：62 组 AIMD 网格没有一组两头都好，因为它换的是列里的刻度，不是格子。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19 / 41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原本空着的四类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H E   F O U R   E M P T Y   C E L L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S0–S23 覆盖了六类，剩下四类本次补齐并实测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34757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S26 · 自适应路由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831759"/>
            <a:ext cx="2197531" cy="2231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：全篇路由固定为「时延最短」，从未被重新计算过。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：每核对两个出向 hop 各维护一个上环失败率 EWMA；最短方向比反向差 0.05 以上、且绕远 ≤ 2 跳，就改走反向。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：无信号、无总线、无新报文，只多一个比较器 —— </a:t>
            </a:r>
            <a:r>
              <a:rPr sz="1200" b="1">
                <a:solidFill>
                  <a:srgbClr val="20242C"/>
                </a:solidFill>
                <a:latin typeface="Microsoft YaHei"/>
              </a:rPr>
              <a:t>1,560 FF‑eq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5198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S27 · 逐跳背压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916867"/>
            <a:ext cx="2197531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：基线只有端到端的 CHI PCrd / tracker 信用，没有任何逐跳信号。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：hop 占用率 ≥ 0.90 拉 XOFF、≤ 0.80 释放；沿相邻节点间的一根线逐跳上传，每跳 1 拍，reach = 2 跳。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：每 (方向, VC) 一根相邻线，不是广播总线 ——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1,960 FF‑eq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5769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S28 · 显式速率反馈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54693"/>
            <a:ext cx="2197531" cy="19856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：S1 / S22 播的是拥塞等级或进度，没有方案播「速率」。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：每个 hop 自己数本窗跨过它的核数 N 与占用率 y，按 RCP 的 share ← share×[1+α(C−y)/(C·N)] 更新，6 bit 播出；核取 min over 路径 hop 的 share ÷ 自己在该 hop 的流量占比。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：40 个 hop 各一个 6 bit 字，总线最宽的一类 ——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21,480 FF‑eq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，全研究最贵。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463126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S29 · 预约 / 调度式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860128"/>
            <a:ext cx="2197531" cy="2174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：I-tag 是「饿了才预约」，没有方案做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事先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排班。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：2 拍 × 10 核 = 20 拍帧，轮到某核时会骑过它出向 hop 的其他核让位（执行器与 S22 完全相同，只换触发）；每核 1 bit「我有 WriteData 排队」使空闲时隙不被浪费。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bit / 16 拍，比 S1 的总线窄得多 —— 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4,440 FF‑eq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，是 S22 的 1/3。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选点口径：每一类的工作点都由该类自己的参数网格选出（probe_ring2_gapcc/ gapcc2），并取该类在三条轴上最好的那一行 —— 所以一类如果输，是机制输，不是参数没调好。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20 / 41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补齐四类：机制与落点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F O U R   N E W   M E C H A N I S M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4 /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八类里原本没有代表方案的类数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S26 / S27 / S28 / S29 已全部实现并实测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16b-gap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9282" y="1024128"/>
            <a:ext cx="6514617" cy="320391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4319478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每一格给出该类在这条无缓存双向环上的落点：控制点、信号、以及执行器到底动了什么。四类都跑在与 S0 / S1 完全相同的 fabric 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两类不用任何新线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S26 只看自己两个出向的上环失败率 EWMA；S29 只播 1 bit「我有 WriteData 排队」。两者都不需要测量任何全局量。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两类要加新信号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S27 每 (方向, VC) 一根相邻节点间的线，逐跳上传 reach = 2 跳；S28 要 40 个 hop 各播一个 6 bit share，是全研究最宽的总线。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941270"/>
            <a:ext cx="3527450" cy="13863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口径与 S0 / S1 完全一致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同一 K=20000、同一 100 拍分箱、同一 outstanding = 32；每类的工作点由该类自己的参数网格选出。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21 / 41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补齐四类 vs S0 / S1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c-gap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13586"/>
            <a:ext cx="6903720" cy="22856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709005"/>
            <a:ext cx="6903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同一 fabric、同一 K=20000、同一 100 拍分箱。三个数依次为总带宽 / 分箱 Jain / 长期 max-min。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54696" y="1060704"/>
            <a:ext cx="37700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,   N O T   A R G U E 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54696" y="1408176"/>
            <a:ext cx="3770071" cy="1409332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7575" y="1601448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路由与背压：结构性失效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7575" y="1942824"/>
            <a:ext cx="3404311" cy="7179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S26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5.443 / 0.9169 / 1.569 —— 三条轴全输给 S0：环已接近饱和，反向同样满，绕远还多占 (n−h) 个 hop·拍。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S27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3.512 / 0.8837 / 1.263 —— 带宽 −36.6%，均衡度还比 S0 差。无缓存环上「保护链路」等于让链路空转。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54696" y="2963812"/>
            <a:ext cx="3770071" cy="148910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37575" y="3146692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显式速率：同一类的两个极点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37575" y="3488068"/>
            <a:ext cx="340431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S28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（RCP 反馈）5.480 / 0.9316 / 1.547 —— 带宽几乎不亏，公平也几乎不动：不公平不在 hop 的份额分配，在每核自己上环口的仲裁，算出的 share 高于落后核能上环的速率。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S28S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（每 hop 静态等分）3.338 /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0.9890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/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1.022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—— 全研究最高的均衡度，代价 40% 带宽。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54696" y="4599221"/>
            <a:ext cx="3770071" cy="1728426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7575" y="4782101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S29 是四类里唯一三条轴全胜 S1 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7575" y="5123477"/>
            <a:ext cx="3404311" cy="1096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5.207 / 0.9607 / 1.332 对 S1 的 4.640 / 0.9568 / 1.359：带宽多 12.2%，两个公平指标都更好，总线 10 bit/16 拍 对 6 bit + 20 项表。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0">
                <a:solidFill>
                  <a:srgbClr val="20242C"/>
                </a:solidFill>
                <a:latin typeface="Microsoft YaHei"/>
              </a:rPr>
              <a:t>原因不在「预约」而在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执行器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：复用 S22 的让位，让出的槽是指名的；令牌桶扣出的槽沿途谁都能吃。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0">
                <a:solidFill>
                  <a:srgbClr val="20242C"/>
                </a:solidFill>
                <a:latin typeface="Microsoft YaHei"/>
              </a:rPr>
              <a:t>前沿仍是 S0 → S16（见 Pareto 页），但「闸门类要 16–40% 带宽换公平、让位类不用」已是跨四族的规律。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22 / 41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I V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公平性 — 总带宽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的 trade-off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先把「要多一点公平到底该付多少带宽」这条曲线精确算出来。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总带宽和公平性确实不可兼得：把十个核压到完全等速率，结构上就要放弃 10.71% 的峰值带宽 —— 但这是全部的代价，S1 付的远不止这些。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23 / 41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公平性 — 带宽交换曲线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-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73215"/>
            <a:ext cx="7452360" cy="356643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349376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红线 = 每个公平目标下的理论最高带宽；点 = 官方 K = 20000 实测。其中 I-tag 点只是 S0 的 t_inj / hold 调参，不是独立机制。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H O W   T O   R E A D   T H E   C U R V 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4730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1056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先认四个量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2432"/>
            <a:ext cx="2855671" cy="1172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λc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：第 c 个核的事务速率；十个核就是十个待选择的速率。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链路占用表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：每个核发一笔事务，会占哪些链路、各占几拍。路由和握手固定后，这张表也是固定的。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J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：本次要求的最低 Jain 公平度，例如 0.95。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R(J)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：在公平度不低于 J 的前提下，所有核合计最多能跑多快。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027540"/>
            <a:ext cx="3221431" cy="104341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14232" y="3118980"/>
            <a:ext cx="2599639" cy="8605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一个红线点怎么来：先固定 J，再尝试十个核的所有速率组合；任何链路都不能超过每拍 1 flit，最后保留总带宽最高的组合。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03336" y="4217262"/>
            <a:ext cx="3221431" cy="94112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14232" y="4308702"/>
            <a:ext cx="2599639" cy="758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把 J 从低到高逐点重算，就得到整条红线。这是标准凸优化的全局上界（只有数值求解误差），不是对仿真点做拟合。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03336" y="5304689"/>
            <a:ext cx="3221431" cy="102295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14232" y="5396129"/>
            <a:ext cx="2599639" cy="8400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读图：红线上 = 该公平度下理论能做到的最好结果；红线下 = 实际机制损失；红线上方 = 资源容量不允许。J = 1 的最右端就是等速率上限 R* = 5.7143。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24 / 41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I 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理论最优与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各方案 Pareto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先钉死「无限聪明、无限快的控制器最多能做到什么」，再把实测方案摆进同一张图。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一个无限聪明的拥塞控制器，最好也就是 5.7143 flit/cycle（S0 的 103.1%）配 Jain ≈ 1.0。可争的总带宽只有 3 个点，公平性那一侧才是主战场。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25 / 41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理想拥塞控制器的上限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H E   R E F E R E N C E   E V E R Y T H I N G   I S   D I V I D E D   B 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无限聪明、无限快，只受资源守恒约束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533699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什么是 LP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930701"/>
            <a:ext cx="3088538" cy="207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LP = 线性规划：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变量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是十个核各自的注入速率，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约束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是每条链路每拍最多搬 1 flit，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是把总带宽做到最大。因为路由和握手都固定，「一笔事务占几条链路各几拍」是一张常数表，占用量随速率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线性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增长，所以这个最大值能被精确解出来、不需要仿真。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模型里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没有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缓冲、没有在环优先、没有 I-tag / E-tag —— 这是有意的：让机制造成的损失也留在待解释的差距里。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2267712"/>
            <a:ext cx="3527450" cy="2962655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1578" y="2538153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两个界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1578" y="2935155"/>
            <a:ext cx="3088538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最大吞吐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R_max = 6.4000 flit/cycle。但这一点的解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不唯一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，其中最差的那个把 C0 / C10 完全饿死 —— 不是可交付的工作点。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等速率点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强行要求十个核速率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完全相同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时能达到的最大总带宽。此时每核 λ* = 2/7 = 0.2857 笔/拍，合计 R* = 40/7 =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5.7143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。它就是「最公平」那一端的天花板，全篇的分母都是它。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瓶颈在环上的链路，不在注入或下环端口 —— 加深队列、加宽端口都抬不高它。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7316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6772" y="2859946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理想控制器能做到什么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6772" y="3256948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100 拍箱内全环有 571.4 个写 flit，每核约 57.1 个。一个确定性的理想控制器把箱内总量按整数尽量均分，得 J_ideal =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0.99997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也就是说：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理论最优 = 5.7143 flit/cycle（S0 的 103.1%）配 Jain ≈ 1.0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。整数粒度不构成任何限制。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适用范围：λ* = 2/7 是「fabric + 流量 pattern」的联合解，不是 fabric 常数。换成 hot 之后绑定资源从入环 hop 变成热簇的下环口，λ* 掉到 0.100、R* 掉到 2.0000 —— 任何把 λ* 写进硬件的设计只对它被推导时的那个 pattern 正确。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26 / 41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收益 — 硬件开销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8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1245246"/>
            <a:ext cx="6949440" cy="44223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77345"/>
            <a:ext cx="6949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η =（总带宽 × 分箱 Jain）/ 理想控制器的同一乘积，理想 = 1.0；筛选轮 K = 2000，100 拍窗。横轴 FF‑eq = 等效触发器数，把新增的寄存器、比较器、加法器、乘法器与总线线宽都折算成「相当于多少个 D 触发器」。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415" y="1060704"/>
            <a:ext cx="37243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R O N T I E 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0415" y="1408176"/>
            <a:ext cx="3724351" cy="157084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83295" y="1606555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严格前沿只剩两个点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3295" y="1947931"/>
            <a:ext cx="335859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S0（0 FF‑eq，η 0.8894）→ </a:t>
            </a:r>
            <a:r>
              <a:rPr sz="100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（900 FF‑eq，η 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0.9395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），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比 S1 便宜 24 倍、η 高 0.174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S22-stock（13,920，η 0.8883）是环仲裁备选；S19 / S20（5,840，η 0.8992）只作 requester 窗口控制的对照。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0415" y="3125328"/>
            <a:ext cx="3724351" cy="217062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3334902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补齐的四类：一个都没进前沿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3295" y="3676278"/>
            <a:ext cx="3358591" cy="1446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S26 路由 1,560 / η 0.8724；S27 背压 1,960 /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0.5319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；S29 调度 4,440 / 0.8659；S28S 12,680 /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0.5861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；S28 速率 21,480 / 0.8405。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五个点的 η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全部低于 S0 的 0.8894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—— 不是被 S16 挤掉，是连「什么都不做」都没超过。前沿与补齐之前完全一致。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其中 S29 值得记住：4,440 FF‑eq 是 S22-stock 的 1/3、S1 的 1/5，η 只差 S22-stock 0.022（详见 S29 两页）。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0415" y="5442260"/>
            <a:ext cx="3724351" cy="885387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1311" y="5533700"/>
            <a:ext cx="3102559" cy="7025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判据是「离理想控制器有多近」：S16 把 η 从 0.8894 推到 0.9395，走完 S0 与理想之间 45% 的距离。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27 / 41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固定非均匀流量下的带宽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0-hot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1245246"/>
            <a:ext cx="6949440" cy="44223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77345"/>
            <a:ext cx="6949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hot：十个核全部写入 HA 11 / 13 两节点簇。R* 用它自己的目的地分布重解 = 2.0000，绑定资源变成热簇的下环口。此处</a:t>
            </a:r>
            <a:r>
              <a:rPr sz="1000" b="1">
                <a:solidFill>
                  <a:srgbClr val="667080"/>
                </a:solidFill>
                <a:latin typeface="Microsoft YaHei"/>
              </a:rPr>
              <a:t>只看总带宽</a:t>
            </a:r>
            <a:r>
              <a:rPr sz="1000" b="0">
                <a:solidFill>
                  <a:srgbClr val="667080"/>
                </a:solidFill>
                <a:latin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415" y="1060704"/>
            <a:ext cx="37243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O B U S T N E S S   T O   T R A F F I C   S H I F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0415" y="1408176"/>
            <a:ext cx="3724351" cy="94443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83295" y="1591056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为什么这里不看瞬时 Jain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3295" y="1932432"/>
            <a:ext cx="3358591" cy="3391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十个核全部打同一个两节点热簇，谁快谁慢由「离热簇几跳」直接决定，拥塞点也不在注入侧 —— 这一页只考察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总带宽是否被换掉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0415" y="2498911"/>
            <a:ext cx="3724351" cy="140566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2681791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前沿只剩两点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3295" y="3023167"/>
            <a:ext cx="335859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S0 本身就已经拿到 R* 的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98.76%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；在此之上 </a:t>
            </a:r>
            <a:r>
              <a:rPr sz="80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（900 FF‑eq）到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99.74%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，E-tag 绕环降到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35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0">
                <a:solidFill>
                  <a:srgbClr val="20242C"/>
                </a:solidFill>
                <a:latin typeface="Microsoft YaHei"/>
              </a:rPr>
              <a:t>更贵的方案全部更差：S19 / S20 = 99.08%，S22-stock = 98.75%，S1 = 98.35%。hot 的拥塞在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目的地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，而 S16 是唯一把控制点放在那里的方案。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0415" y="4050881"/>
            <a:ext cx="3724351" cy="153744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83295" y="4233761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补齐四类在这里的表现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83295" y="4575137"/>
            <a:ext cx="335859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S29 =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98.66%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（4,440 FF‑eq），与 S22-stock 的 98.75% 只差 0.09 个百分点，硬件是它的 1/3；S28S = 96.39%，S28 = 94.66%，S26 = 93.34%，S27 =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72.23%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0">
                <a:solidFill>
                  <a:srgbClr val="20242C"/>
                </a:solidFill>
                <a:latin typeface="Microsoft YaHei"/>
              </a:rPr>
              <a:t>换 pattern 也没有换前沿，仍是 S0 → S16；但「只动环仲裁」这一支上，最便宜的点由 S22-stock 变成了 S29。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00415" y="5734632"/>
            <a:ext cx="3724351" cy="59301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1" y="5826072"/>
            <a:ext cx="3102559" cy="4101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结论：换流量 pattern 之后，S16 仍然不亏带宽 —— 它不含任何 pattern 先验。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28 / 41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E V E 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前沿方案详述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三个落地候选、两个研究对照：机制示意 + 与 S0 / S1 的同口径实测。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S E L E C T I O N   R U L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S16 是主方案；事务层不可改时走环仲裁分支，其中 S22 效果最好、S29 便宜 3.1 倍；S19 / S20 只用于验证 requester 动态窗口的边界。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29 / 41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授权保留（900 FF‑eq） · receiver-driven / 本地触发 / 零新报文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2-s16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写路径：把协议本来就要发的 DBIDResp 当授权用；下 = 读路径：同一套状态可以照搬，但实测不需要（见下页）。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F R O N T I E R   ·   C O M P L E T E R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20456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2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61635"/>
            <a:ext cx="2307031" cy="1475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：HA 只数自己的在飞授权数。不需要任何拥塞信号 —— 拥塞就发生在它自己的下环口上。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：零。不加总线、不加带内标记，线格式完全不动。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：REQ 到达后先排队而不是立即授权，同时在飞授权 ≤ overcommit = 16。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：在排队者里把授权给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迄今被服务最少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的那个核。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759044"/>
            <a:ext cx="2672791" cy="144249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95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改的是事务层，不是链路层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4291635"/>
            <a:ext cx="2307031" cy="755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四段全部落在 completer 内部：它决定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什么时候、先给谁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发 DBIDResp。线格式、协议状态机都不动，但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动了 HA 的事务调度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—— 这一条决定它能不能落地，见结论页。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5347841"/>
            <a:ext cx="2672791" cy="97980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62872" y="5439281"/>
            <a:ext cx="2050999" cy="7969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00" b="0">
                <a:solidFill>
                  <a:srgbClr val="FFFFFF"/>
                </a:solidFill>
                <a:latin typeface="Microsoft YaHei"/>
              </a:rPr>
              <a:t>overcommit 要跟着在飞上限走：上限 32 时取 16（12–16 是一段平台）。取 64 就永远扣不住任何东西，S16 会退化成 S0。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30 / 41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实测：写侧要做，读侧不用做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0.98466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S16 写侧 100 拍 Jain（S0 = 0.92818）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总写带宽 −0.39%，整窗 max/min = 1.0001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3-s16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01394"/>
            <a:ext cx="8296351" cy="255709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74992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0"/>
                </a:solidFill>
                <a:latin typeface="Microsoft YaHei"/>
              </a:rPr>
              <a:t>左两幅 = 写（K = 20000），右两幅 = 读（K = 5000）；每幅内三根柱依次 S0 / S1 / S16，橙虚线 = 理论上限 R*。注意读侧 S0 与 S16-R 两根柱几乎一样高。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8962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写：几乎白拿的公平性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5621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Jain 0.92818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0.98466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（S1 只到 0.95675），整窗 max/min 1.5663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1.0001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，速率差实质抹平；总带宽只让 0.39%，而 S1 要让 16.3%。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8962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读：S0 本来就是齐的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5621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十个核的读带宽只差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0.36%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（0.5603–0.5623），Jain 0.99067、max/min 1.0035，带宽已到 R* 的 97.96%。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读侧没有待解决的问题。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所以读侧建议不做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S16-R 把带宽推到 98.41%（+0.47%）、Jain 到 0.99449，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收益在噪声量级，不值一次事务层改动。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顺带一条反证：同样管读、但把控制放在请求端的 S1-R 掉 20.5% 带宽、Jain 反而更低（0.97474）。控制点必须在 HA 侧。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31 / 41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Swift / S20 DCTCP（各 5,840 FF‑eq） · requester 动态窗口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8-window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两者共用每核动态 outstanding 窗口；S19 用协议天然 RTT，S20 用 HA tracker 产生的 1 bit ECN 标记。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R E F E R E N C E   ·   W I N D O W   C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17795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06892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共同执行器：动态 outstanding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48268"/>
            <a:ext cx="2307031" cy="1077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每个 core 维护窗口 Wc：只有当前在飞事务数 &lt; Wc，才允许发新的 REQ。初值 16、下限 8、硬上限仍是 core_outstanding = 32。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事务完成归还名额；Retry 重发不受窗口限制。窗口有名额时允许突发，因此比逐拍 rate pacer 更贴近 CHI 的事务模型。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334043"/>
            <a:ext cx="2672791" cy="142365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53474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S19：RTT 驱动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3876125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REQ 上环到 DBIDResp 回到 core 就是一份现成 RTT 样本，Retry 往返也被计入。RTT 低于 target 就加窗，高于 target 就按超额比例缩窗。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不加报文、不加标记位。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4903997"/>
            <a:ext cx="2672791" cy="142365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4855" y="5104703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S20：ECN 驱动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4855" y="5446079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HA 根据 request tracker 占用率在 DBIDResp 上附 1 bit mark，RetryAck 直接视为 mark。core 对标记比例做 EWMA；有标记按 α/2 缩窗，无标记按 1/W 加窗。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32 / 41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/ S20 实测：均匀写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≤0.28%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S19 / S20 的总带宽与 S0 的最大差异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两者各 5,840 FF-eq · requester 动态窗口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9-window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6488" y="1024128"/>
            <a:ext cx="7900206" cy="250358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619154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三幅依次比较总带宽、100 拍瞬时 Jain、整窗最快 / 最慢核带宽比；每幅内四根柱都是 S0 / S1 / S19 / S20。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40946"/>
            <a:ext cx="3527450" cy="208670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7922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信号不同，执行器相同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152194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S19 看端到端 RTT，能覆盖 ring 与 completer 等待；S20 只看 HA tracker 压力，信号更直接但需要 DBIDResp 的 1 bit mark。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当前工作点结果接近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5.5255（vs S0 −0.28%）、Jain 0.93324、max/min 1.5515。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S20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5.5478（vs S0 +0.12%）、Jain 0.93017、max/min 1.5514。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42114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参考结论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02032"/>
            <a:ext cx="3125114" cy="1361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两者都基本保住总带宽，但 Jain 与长期速率差几乎没有离开 S0。这说明 requester 窗口能限制注入量，却没有把瓶颈 hop 的服务机会从快核搬给慢核。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D20A2E"/>
                </a:solidFill>
                <a:latin typeface="Microsoft YaHei"/>
              </a:rPr>
              <a:t>仅保留为 source-side 控制对照，不进入最终架构建议。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33 / 41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赤字触发的限域让路（13,920 FF‑eq） · 仲裁型 / 总线触发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4-s22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复用 S1 那条 6 bit 广播总线，位宽完全相同，只换了线上放什么：从「我有多堵」换成「我这窗发成了多少」。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R I N G - O N L Y   ·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5407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591056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32432"/>
            <a:ext cx="2307031" cy="1929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：每节点只数自己本窗成功上环的 flit 数，饱和到 6 bit。播的是进度，不是拥塞等级。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：复用 S1 的 6 bit 广播总线（30 拍）。自己的进度也从总线读回，两边过同一个量化器、同一段延迟。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：赤字 = 总线上 10 项的均值 − 自己那一项，越过 0.5 就举请求。让路是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单向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的：落后的节点永不让路。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执行：让位，不是门控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。只对「会从请求者出向 hop 骑过去」的 flit 让路，同时前瞻改发一个会先下环的 flit，让自己的 hop 不空转。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4095243"/>
            <a:ext cx="2672791" cy="1150029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62872" y="4186683"/>
            <a:ext cx="2050999" cy="9671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与 S1 的关键差别：S1 的执行器是令牌桶闸门（没额度就不上环，让出的槽被沿途吃掉）；S22 只在具体某一拍上让出具体某个位置。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1976" y="5391577"/>
            <a:ext cx="2672791" cy="9360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62872" y="5483017"/>
            <a:ext cx="2050999" cy="7531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00" b="0">
                <a:solidFill>
                  <a:srgbClr val="FFFFFF"/>
                </a:solidFill>
                <a:latin typeface="Microsoft YaHei"/>
              </a:rPr>
              <a:t>同等公平度下让位比门控省 10 倍带宽：S23 门控付 1.50%，S22 让位只付 0.15%（K = 2000 同轮对比）。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34 / 41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0.94799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S22 写侧 100 拍 Jain（S0 = 0.92818）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总写带宽 −2.21%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5-s22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8801" y="1024128"/>
            <a:ext cx="7415580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46557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四根柱依次 S0 / S1 / S16 / S22，橙虚线 = 理论上限 R*；写侧 K = 20000。后两幅是公平性的两个不同问题，见右侧第三张卡。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114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比 S1 全面更好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7138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Jain 0.94799 vs S1 的 0.95675 基本持平，但带宽只让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2.21%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，S1 要让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16.3%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；max/min 1.2230 vs 1.3586。硬件还便宜 34%（13,920 vs 21,220 FF‑eq）。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114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数字上被 S16 支配，但层次不同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497138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 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1/15 的硬件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拿到更高的 Jain（0.98466）和更小的带宽代价（0.39%）。S22 唯一的、也是决定性的优势：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它只改环上仲裁，一点事务层都不碰。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29440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两个公平性指标分别在问什么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654320"/>
            <a:ext cx="3125114" cy="15028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瞬时均衡度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（每 100 拍算一次 Jain 再平均）问的是：在任意一小段时间里，十个核是不是同时都在被服务。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长期速率差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（整窗最快核带宽 ÷ 最慢核带宽）问的是：把整个争用窗平均下来，有没有哪个核被系统性地拖慢。S0 = 1.5663 意味着最快的核长期比最慢的核快 57%。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35 / 41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日历触发的限域让路（4,440 FF‑eq） · 调度型 / 无拥塞信号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0-s29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触发：一张 20 拍的固定日历，加每核 1 bit 需求位；下 = 执行：与 S22 完全同一套环仲裁让位。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A R B I T R A T I O N   B R A N C H   ·   C H E A P E S T   P O I N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0691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5109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6485"/>
            <a:ext cx="2855671" cy="1390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：没有检测。触发是一个 5 bit 帧计数器，常量、无收敛过程、无控制环路。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：10 bit 需求字（每核 1 bit「我有 WriteData 排队」），每 16 拍刷新 —— 仅用于回收空闲核的时隙。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：轮到某核时，会骑过它出向 hop 的上游核让出一个 slot。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④ 控制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：让位，不是门控；队列深度维持出厂 8 / 12。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23636"/>
            <a:ext cx="3221431" cy="166682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822719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它是 S22 的廉价版，不是新执行器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164095"/>
            <a:ext cx="2855671" cy="9638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执行器与 S22 逐字相同，省下来的是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触发侧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：不播进度、不算均值、不比赤字，10 项表与 10 输入加法树整块消失 ——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13,920 → 4,440 FF‑eq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代价是它不知道谁落后：日历按核轮转，而不是按「谁被拖慢了」轮转。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436761"/>
            <a:ext cx="3221431" cy="89088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528201"/>
            <a:ext cx="2599639" cy="7080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定位：不在 Pareto 前沿（S16 全面更优），但是「只动环仲裁、不碰事务层」这一支上最便宜的点。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36 / 41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0.96074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S29 写侧 100 拍 Jain（S0 = 0.92818）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总写带宽 −6.04%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1-s29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0302" y="1024128"/>
            <a:ext cx="8192577" cy="271162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2719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五根柱依次 S0 / S1 / S22 / S16 / S29；橙点线 = S1 的水平，橙虚线 = 理论上限 R*。写侧 K = 20000，与前面各页同口径。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7922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比 S1 三条轴全胜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15219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带宽 5.2067 vs 4.6397（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多 12.2%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）、Jain 0.96074 vs 0.95675、max/min 1.3323 vs 1.3586。硬件 4,440 vs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21,220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FF‑eq。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S1 那一格换成日历触发就全面更好。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 S22：便宜 3.1 倍，略差一点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Jain 0.96074 高于 S22 的 0.94799，但带宽 −6.04% 对 −2.21%、max/min 1.3323 对 1.2230 都更差。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差距的来源就是它省掉的那部分：日历不知道谁落后，让位的方向不总是从领先者流向落后者。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非均匀流量下也站得住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hot 上 S29 = R* 的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98.66%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，与 S22-stock 的 98.75% 相差 0.09 个百分点，而硬件只有它的 1/3。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它不含任何 pattern 先验：日历是常量，需求位是本地事实。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37 / 41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E I G H 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从现象、根因、理论上界到可实现机制，形成完整证据闭环。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B O T T O M   L I N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问题已经收敛为一个架构决策：能改 HA 授权调度就验证 S16；事务层不能改，则验证只动环上仲裁的 S22。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38 / 41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结论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C O N C L U S I O N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三项确定结论 + 一个架构决策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998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① 容量问题已闭环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96813"/>
            <a:ext cx="2197531" cy="17014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S0 最忙链路利用率 96.98%；相对 R* 的 3.03% 缺口已按拍拆成有效载荷、绕环重发和四类空转，账目无残项。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结论：当前问题不是带宽没打满，而是满载时服务机会分配不均。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13288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② 公平性是结构问题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10290"/>
            <a:ext cx="2197531" cy="147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六快四慢随时间稳定存在；即使完全抹平瞬时抖动，Jain 上限仍只有 0.96458，核间长期速率比为 1.5673。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结论：只整形发包时机不够，必须在瓶颈处重新分配服务机会。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86334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③ 上界与评价口径已建立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83336"/>
            <a:ext cx="2197531" cy="192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由逐链路占用约束求得 R(J) 理论边界与等速率上限 R* = 5.7143；再用 100 拍 Jain、长期 max/min、硬件 FF‑eq 和流量迁移统一评估。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结论：方案优劣来自同一上界下的可量化差距，不依赖经验判断。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453396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④ 控制点决定方案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850398"/>
            <a:ext cx="2197531" cy="21942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S16 在 HA 授权点直接重排服务：900 FF‑eq，Jain 0.98466，max/min 1.0001，总带宽仅 −0.39%。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八类分类里原本空着的四类已全部实现并实测：自适应路由（S26）与逐跳背压（S27）结构性失效，显式速率要么不动公平（S28）要么用 40% 带宽换公平（S28S），只有预约调度（S29，复用让位执行器）三条轴全面优于 S1。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若事务层不可改，只动环仲裁：S22（13,920 FF‑eq）效果最好，S29（4,440）便宜 3.1 倍；S19 / S20 仅作对照。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D20A2E"/>
                </a:solidFill>
                <a:latin typeface="Microsoft YaHei"/>
              </a:rPr>
              <a:t>架构决策只剩：HA 授权调度能不能改。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本研究完成了「现象复现 → 逐拍归因 → 理论上界 → 机制设计 → 硬件代价 → 流量迁移」闭环，并把开放问题压缩为一项可决策的架构边界。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39 / 41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建议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C O M M E N D A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一主两备，明确研究边界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94560"/>
            <a:ext cx="2599867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58975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主方案 · S16 写侧授权保留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634107"/>
            <a:ext cx="2160955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：在 HA / memory controller 内验证 DBIDResp 授权排队与最少服务优先。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价值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：当前所有可实现点里，S16 离理论上界最近、硬件代价最低，并在 uniform / hot 两类流量下都不显著损失带宽。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门槛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：确认 HA 授权时序、CHI 合规性和现有 tracker 接口可支持。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58975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备选甲 · S22 环上赤字让路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634107"/>
            <a:ext cx="2160955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20242C"/>
                </a:solidFill>
                <a:latin typeface="Microsoft YaHei"/>
              </a:rPr>
              <a:t>适用条件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：HA 事务调度不可改，但允许调整 ring arbitration。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验证重点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：6 bit 进度总线复用、30 拍反馈稳定性、让路范围和现有注入队列深度下的收益。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定位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：环仲裁分支里效果最好的一档（13,920 FF‑eq）。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297510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备选乙 · S29 日历让路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372109"/>
            <a:ext cx="2160955" cy="1626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适用条件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：同上，且希望进一步压硬件 —— 执行器与 S22 相同，触发换成 20 拍固定日历 + 每核 1 bit 需求位。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：4,440 FF‑eq（S22 的 1/3、S1 的 1/5）；带宽 −6.04% 对 S22 的 −2.21%，Jain 0.96074 反而更高。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定位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：三条轴全面优于 S1，是环仲裁分支的最便宜落点。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2965650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边界 · 明确不进入建议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362652"/>
            <a:ext cx="2160955" cy="1645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S19 / S20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：仅作 requester-side 对照；实测公平性几乎不变。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S26 / S27 / S28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：路由、背压、显式速率三类实测均劣于 S0，不再推进。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读侧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：S0 已达 Jain 0.99067、max/min 1.0035，维持现状。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请架构组只决策一件事：是否允许 HA 改变授权的时机与对象。允许则进入 S16 微架构验证；不允许则转入环仲裁原型，在 S22 与 S29 之间按面积预算取舍。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40 / 41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737360"/>
            <a:ext cx="868680" cy="868680"/>
          </a:xfrm>
          <a:prstGeom prst="ellipse">
            <a:avLst/>
          </a:prstGeom>
          <a:solidFill>
            <a:srgbClr val="22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2048256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92608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Arial"/>
              </a:rPr>
              <a:t>T H A N K   Y O 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73552"/>
            <a:ext cx="8229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汇报完毕</a:t>
            </a:r>
          </a:p>
          <a:p>
            <a:pPr algn="l">
              <a:lnSpc>
                <a:spcPct val="96000"/>
              </a:lnSpc>
              <a:spcBef>
                <a:spcPts val="500"/>
              </a:spcBef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请架构组决策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12064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第一问仍是：HA / 内存控制器的授权调度能不能改？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允许修改：进入 S16 微架构验证；不允许修改：进入环仲裁原型（S22 效果最好，S29 便宜 3.1 倍）。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B66"/>
                </a:solidFill>
                <a:latin typeface="Arial"/>
              </a:rPr>
              <a:t>41 / 41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
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，三项逐拍相加相等。在飞上限收到 32 之后，绕环重发已经从上千拍降到 5 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0.029；加深下环队列、加大在飞上限都是净亏。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73215"/>
            <a:ext cx="7452360" cy="3566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49376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每个公平目标下的理论最高带宽；点 = 官方 K = 20000 实测。其中 I-tag 点只是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4730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：第 c 个核的事务速率；十个核就是十个待选择的速率。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链路占用表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：每个核发一笔事务，会占哪些链路、各占几拍。路由和握手固定后，这张表也是固定的。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：本次要求的最低 Jain 公平度，例如 0.95。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R(J)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：在公平度不低于 J 的前提下，所有核合计最多能跑多快。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27540"/>
            <a:ext cx="3221431" cy="104341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118980"/>
            <a:ext cx="2599639" cy="860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一个红线点怎么来：先固定 J，再尝试十个核的所有速率组合；任何链路都不能超过每拍 1 flit，最后保留总带宽最高的组合。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217262"/>
            <a:ext cx="3221431" cy="94112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308702"/>
            <a:ext cx="2599639" cy="758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把 J 从低到高逐点重算，就得到整条红线。这是标准凸优化的全局上界（只有数值求解误差），不是对仿真点做拟合。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304689"/>
            <a:ext cx="3221431" cy="102295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396129"/>
            <a:ext cx="2599639" cy="8400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读图：红线上 = 该公平度下理论能做到的最好结果；红线下 = 实际机制损失；红线上方 = 资源容量不允许。J = 1 的最右端就是等速率上限 R* = 5.7143。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理想控制器的同一乘积。理想 = 1.0。筛选轮 K = 2000，每核在飞上限 32，100 拍窗。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045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1056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横轴的 FF‑eq 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2432"/>
            <a:ext cx="2489911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FF‑eq = 等效触发器数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（flip-flop equivalent）：把方案新增的寄存器、比较器、加法器、乘法器、总线线宽都折算成「相当于多少个 D 触发器」，得到一个可以横向比较的面积代价。S1 = 21,220 FF‑eq 就是这么算出来的。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2959063"/>
            <a:ext cx="2855671" cy="184523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1419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483319"/>
            <a:ext cx="2489911" cy="13993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）。900 FF‑eq 买到离理想控制器最近的位置，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S19 / S20（5,840，η 0.8992）与 S22-stock（13,920，η 0.8883）在成本—收益平面上被 S16 支配，但改动层次不同，仍是有意义的工程备选。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I-tag t_inj=2 / hold=2 只是 S0 参数重调，不再作为独立方案计成本或入选。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4950605"/>
            <a:ext cx="2855671" cy="13770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042045"/>
            <a:ext cx="2233879" cy="11941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判据是「离理想控制器有多近」，不是任何一条固定验收线：S16 把 η 从 0.8894 推到 0.9395，走完了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8817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6411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82519"/>
            <a:ext cx="248991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十个核全部打同一个两节点热簇，谁快谁慢由「离热簇几跳」直接决定，拥塞点也不在注入侧。这种流量下的瞬时均衡度既不是设计目标、也不反映控制器好坏 —— 这一页只考察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042652"/>
            <a:ext cx="2855671" cy="20563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256845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98221"/>
            <a:ext cx="2489911" cy="1323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在飞上限收到 32 之后，S0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绕环从 4,384 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98.35%。原因是 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5245340"/>
            <a:ext cx="2855671" cy="1082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336780"/>
            <a:ext cx="2233879" cy="899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四个方案、三种控制层次：机制示意 + 与 S0 / S1 的同口径实测对比。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是严格成本—收益前沿；S19、S20 与 S22 是改动层次不同的近前沿工程备选。四者都可实现、数据来自测量，且不含流量 pattern 先验。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01394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499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顺带一条反证：同样管读、但把控制放在请求端的 S1-R 掉 20.5% 带宽、Jain 反而更低（0.97474）。控制点必须在 HA 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N E A R - F R O N T I E R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69399"/>
            <a:ext cx="8296351" cy="2629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996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工程选择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已经有 RTT 计时器时，S19 集成最轻；已经有 tracker 水位与可用标记位时，S20 的拥塞含义更明确。两者都涉及 requester 的事务发起窗口。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哪些已经关死，哪些还开着，以及下一步该由谁拍板。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带宽线已基本关死；公平缺陷是真实的，但它不必用带宽去换。真正要拍板的不是单一排名，而是哪一层能改：completer、requester，还是只允许动环上仲裁。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四条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带宽线已基本关死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= 96.97% R*，最忙的链路 96.98% 满；3.03% 的缺口已逐拍闭合（5 拍绕环 + 2,181 拍空转）。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拥塞控制的带宽目标应是「不弄丢」，不是「抬上去」。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公平缺陷是真实的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不是采样噪声：把抖动完全抹平后的 Jain 上限只有 0.96458，六快四慢是几何决定的固定分组（核间速率比 1.5673）。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要提高均衡度就必须真的搬速率，只整时机不够。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60746"/>
            <a:ext cx="2197531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严格前沿与工程备选要分开看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5878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按「带宽 × 公平性 / 硬件」计算，严格前沿是 S16。S19 / S20、S22 虽不在严格前沿上，但分别落在 requester 动态窗口和跨节点进度仲裁两个不同改动层。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被数值支配，不等于在工程约束下没有选择价值。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5908"/>
            <a:ext cx="2197531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两头能同时拿住，但层次决定落点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41040"/>
            <a:ext cx="2197531" cy="18911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S16 把决策点放回 completer：Jain 0.92818 → 0.98466，max/min → 1.0001，带宽只让 0.39%，硬件 900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它需要改 HA 的授权调度。若该层不可改，可退到 requester 窗口S19 / S20，或只改环上仲裁的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D20A2E"/>
                </a:solidFill>
                <a:latin typeface="Microsoft YaHei"/>
              </a:rPr>
              <a:t>最终选择首先由「哪一层能改」决定，其次才是数字。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统一结论：不要把所有机制压成一个排名。S16、S19 / S20、S22 分别交换 completer、requester、跨节点仲裁的改动权限；先确定可改边界，再在对应层内选性能最好的方案。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先收在飞，再按可改层次选择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68706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第一步 · 0 FF‑eq · 无条件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43838"/>
            <a:ext cx="2160955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每核在飞上限收到 32。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零硬件、无流量先验：覆盖最坏 89 拍 RTT 只需约 26 笔，再多就只是在已经饱和的环上排队。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uniform 绕环重发从上千拍降到 5 拍；非均匀流量带宽 +33%。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6397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completer 可改 · 900 FF‑eq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9110"/>
            <a:ext cx="2160955" cy="13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S16 授权保留。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写侧 Jain 0.92818 → 0.98466、带宽只让 0.39%、非均匀流量拿到 R* 的 99.74%。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前提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：completer 的授权调度可改。线格式与协议状态机不动，但要改 HA 何时给谁发 DBIDResp，须 IP 可改并过一次合规复核。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95934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只改环上仲裁 · 13,920 FF‑eq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871066"/>
            <a:ext cx="2160955" cy="9065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S22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：复用 6 bit 进度总线，能直接比较谁领先、谁落后；适合允许跨节点进度信息、但事务层不可改的场景。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6397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requester 窗口可改 · 5,840 FF‑eq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639110"/>
            <a:ext cx="2160955" cy="13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：都用每核动态 outstanding 窗口。已有 RTT 计时器时选 S19；已有 tracker 水位和 1 bit 标记位时选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两者不需要流量 pattern 先验，可作为 source-side 集成路径。读侧维持 S0，不另加控制。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建议顺序：第 1 步直接做；随后先问 completer 能不能改。能改优先验证 S16；不能改，再按现有硬件基础在 S22、S19 / S20 中选。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能改优先 S16；不能改，再选择跨节点 S22，或 requester 动态窗口 S19 / S20。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
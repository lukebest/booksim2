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瞬时不均衡度按 100 拍窗 CoV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64134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64134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32257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32257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003804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003804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现有拥塞控制算法分类、S1 的位置与补齐的四类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685032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685032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36626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36626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04748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04748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72871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72871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不均衡度主指标 CoV：100 拍宽的窗内对 10 个核的写带宽算「标准差 / 均值」（0 = 完全均等，越大越不均），再按窗聚合成全程一个数。全篇瞬时不均衡度都用这个口径。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CoV 从 0.278 升到 0.335；加深下环队列也不能改善这一结论。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0.2782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= 0.0055（整数粒度）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个箱里最差 5% 的箱 CoV ≥ 0.360，最差箱 0.428。右图把观察窗一路放宽：实测只收敛到 0.1916 的地板，永远降不到理想控制器。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0.1916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0.2782 → 0.2126（−0.066），总写带宽 −16.3%；S1T 把带宽收回后，CoV 回到与 S0 同一水平。信号细分显示 S1 的等级完全由上环失败驱动，下环偏转在 uniform 写下不贡献信息。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−0.066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0174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43432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三个工作点在带宽—CoV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0.2782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0.2126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0.2828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1.5815。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+19.5%，CoV +0.070。62 组扫描里，带宽接近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十个核的写带宽都下降，快核降得多，慢核也降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1.5663 降到 1.3586：上限与下限同时下移。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下环偏转，量化成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：乘性减由本节点上环失败触发；无缓存环上这些失败多数来自 transit。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各核都下降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参数扫描的工作点数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56 / 478,970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全程下环偏转 / 上环失败累计次数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下环这一路没有任何一窗达到等级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写；右一 = S1 全程每核两路原始信号的累计计数（对数轴）。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8423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4415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时拥塞等级只由本节点 64 拍窗内的上环失败计数决定，总线 down 字段恒为 0；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只由下环偏转决定；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max。AIMD 参数、30 拍总线、受控节点表全部相同。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20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实测：两档各与一端逐拍重合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973"/>
            <a:ext cx="3125114" cy="102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 = S1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4.6397、100 拍 CoV 0.2126、完成时间 72,144–86,175。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 = S0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：5.5412 / 0.2782 / 56,779–72,144。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四组曲线两两完全一致，不是近似。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原因在信号量级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1347 窗 × 10 核里上环失败累计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478,970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次、下环偏转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次；等级 = 计数 ÷ 8，下环从未达到等级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S1 现有等级实际就是上环失败等级；uniform 写下 down 字段不携带信息，省去这 3 bit 不改变任何结果。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1.271 → 1.194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最早：S1D（= S0）→ S1U（= S1）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114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479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S1D（= S0）：六快四慢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六核在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56,779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拍完成，四慢核到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72,144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。快核完成的瞬间慢核斜率抬升（57k 处的拐点）——慢核不是能力不足，是满载时抢不到上环机会。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S1U（= S1）：整体推后、差距收窄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72,144–86,175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，比值 1.194；慢核曲线到 60k 以后才明显分离。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同时十核都变慢：最早完成时刻从 56,779 推到 72,144（+27%）。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562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降低 0.066，完成时间比从 1.271 到 1.194，四慢核依然是同一组核。全部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CoV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32；每类的工作点由该类自己的参数网格选出。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100 拍 CoV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5.443 / 0.3011 / 1.569 —— 三条轴全输给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3.512 / 0.3628 / 1.263 —— 带宽 −36.6%，不均衡度还比 S0 高。无缓存环上「保护链路」等于让链路空转。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反馈）5.480 / 0.2710 / 1.547 —— 带宽几乎不亏，公平也几乎不动：不公平不在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静态等分）3.338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0.1054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—— 全研究最低的不均衡度，代价 40% 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76390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17766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S29：5.207 / 0.2021 / 1.332；S1：4.640 / 0.2126 / 1.359。总线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复用 S22 的让位：让出的槽是指名的。前沿仍是 S0 → S16（见 Pareto 页）。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0.918、S0 0.864、S1 0.731。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为什么见后两页。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59113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1932512"/>
            <a:ext cx="3861511" cy="146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*，理想 =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η = R / [(1+CoV²)·R*]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：旧的「带宽 × 公平度」乘积指标。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4.936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0.779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线，与红线平行；蓝点线 = 等 η 线，是抛物线（后两页解释）。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0.918、S0 0.864、S1 0.731。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为什么理想控制器在带宽—CoV 图中是一条直线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A   S T R A I G H T   L I 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最优的「不公平」永远是同一个方向，只是幅度不同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15665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理想控制器只有一根杠杆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12667"/>
            <a:ext cx="3088538" cy="1436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限制总带宽的是热段上的 4 条绑定链路。邻 mem = 1 的 4 个慢核（C0 / C8 / C10 / C18）的写只能从一侧出去，大部分压在绑定链路上；其余 6 核可以两侧分流，每笔写只有一小部分落在绑定链路。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所以「以不均衡换带宽」只有一种划得来的做法：把速率从 4 个慢核挪给 6 个快核。每个 CoV 上限下 LP 的最优解都是这同一个方向，只是挪的量 δ 不同。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127903"/>
            <a:ext cx="3088538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每挪一单位，带宽和标准差各多一个常数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03035"/>
            <a:ext cx="3088538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挪 δ：绑定链路省出的容量让总带宽多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12/7 ≈ 1.71·δ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；十核速率的标准差多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√24/10 ≈ 0.49·δ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（4 对 6 分组的几何常数）。两者都正比于 δ ⇒ 带宽对标准差是精确的直线。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CoV = 标准差 / 均值，均值全程只从 0.571 变到 0.640（+12%），所以对 CoV 也几乎是直线：精确式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 = R* / (1 − 0.35·CoV)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，在 0–0.306 内与直线最大偏差 0.43%。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02082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这条直线代表什么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417829"/>
            <a:ext cx="3088538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斜率 κ = 2.18 是汇率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：最好的控制器用 0.1 CoV 的不均衡恰好换到 0.22 flit/cycle，在线上哪一点都一样。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左端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0：max-min 公平，R* = 5.714。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右端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0.306：吞吐最大 R_max = 6.40，慢核速率只有快核的一半；再不均也换不到带宽，线变平。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线上的点都「不浪费」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：少掉的每份带宽都按理想汇率换成了均衡；线下的点到线的竖直距离 = 同等 CoV 下损失的带宽。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因为方向固定、汇率恒定，任何方案都可以沿这个方向投影回 CoV = 0 —— 投影落点的带宽就是 Φ，除以 R* 就是 φ。这就是把「总带宽 + 不均衡度」两个数压成一个数而不丢信息的依据。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其他方案在带宽—CoV 图中是什么形状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R E A L   S C H E M E S   L O O K   L I K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一个工作点是一个点；调参数会走出三种轨迹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4947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工作点：全部落在线下方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46472"/>
            <a:ext cx="3088538" cy="1569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 个方案各是一个点（第 27 页左图），没有一个在线上或线上方。S0 (0.278, 5.541)：带宽只差 3%，但多付 0.278 的不均衡；S28S (0.105, 3.338)：够均衡但空转 40% 带宽；S27 在右下角：两头都差。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离红线越远 φ 越低：S16 0.918 &gt; ITAG 0.882 &gt; S0 0.864 &gt; … &gt; S1 0.731 &gt; S27 0.476。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02055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调参轨迹：三种走法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417554"/>
            <a:ext cx="3088538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沿等 φ 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κ）：与理想同效率地以带宽换均衡 —— S16 oc 16 → 12。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竖直向下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（CoV 不变、只掉带宽）：S16 oc &lt; 12、S29 slot ≥ 3、S1 harsh 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中间斜线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κ′ &gt; κ，ε = κ/κ′ &lt; 1）：S1 cap 段 ε 0.68–0.79，S29 slot 1 → 2 0.82，S28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过拐点后折向右下：S1 spec → harsh 带宽掉、CoV 反而回升。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14376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为什么是这些形状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540762"/>
            <a:ext cx="3088538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走等 φ 线要「只从快核拿、只给慢核」且链路不空转 —— S16 在 HA 授权点重排服务顺序、槽位一个不丢，恰好如此。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竖直下降 = 对十核一律限流：份额比例不变（CoV 不变）、链路空转（带宽掉）。全局阈值一旦压到慢核本来就到不了的速率，就进入这一段。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中间斜线 = 两者混合：S1 的拥塞等级把热段附近的慢核也压了；S27 背压让链路空转又不重排份额，所以落到右下角。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η 的等值线 R = η·R*·(1 + CoV²) 是抛物线：在 CoV = 0 处斜率为 0，即「一点不均衡不要钱」，与恒定汇率 κ 不符 —— 理想控制器沿上界从 CoV 0 走到 0.306，η 反而从 1.000 升到最高 1.036。所以全篇改用与上界平行的 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φ 怎么用：表征一种算法、预测不均衡度、比较方案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φ ,   Δ φ   A N D   φ - R A T I O S   M E A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调参降带宽 → 用 φ 反推 CoV；两方案相减 → 同等均衡下的带宽差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φ 表征一种算法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一个方案的 (R, CoV) 工作点给出 φ。调参时沿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等 φ 线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移动的算法，就是「以理想汇率把带宽换成均衡」的算法。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φ 不变、带宽降到 R′ 时：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CoV′ = (R′ − φ·R*)/κ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。预测值是下界：实测 CoV 不会低于它。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92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预测的验证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6213"/>
            <a:ext cx="2197531" cy="22226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S16 oc 16→12：带宽 5.459→5.275，预测 CoV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0.045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0.076。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S29 slot 2→1：预测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0.246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0.240。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 spec cap 1.0→0.5：预测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0.208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0.243。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 spec→harsh：预测 0，实测 0.311 —— 过了拐点，见 ③。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拐点与交换效率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每段旋钮的实测斜率 κ′ = ΔR/ΔCoV，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ε = κ/κ′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实际换到的均衡占理想汇率的比例。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oc 48→16 ε = 9.3（几乎白拿）；S29 slot 1→2 0.82；S1 cap 段 0.68–0.79；S28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过拐点后 ΔCoV ≥ 0、ε ≤ 0：只掉带宽不换均衡，φ 直接按 ΔR/R* 下降。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差值与比值的含义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Δφ·R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* = 同等不均衡度下 A 比 B 多出的带宽（把两者的 CoV 差按理想汇率折成带宽后相减）。S16 − S0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+0.055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（−0.004 带宽 + 0.058 均衡）；S1 − S0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−0.133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（−0.158 带宽 + 0.025 均衡）。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φ_A / φ_B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= 等速率等效带宽之比 = 同等均衡下完成同一批工作的速度比：S16/S0 = 1.063，S0/S1 = 1.182。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(1−φ) 之比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= 离理想控制器的距离之比：S16 走完 S0 → 理想 40% 的路。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η 与 φ 的排序基本一致，但 φ 的差值可直接读成 flit/cycle，并按理想汇率拆成带宽项与均衡项；η 的差值没有这种分解。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旋钮实测轨迹：φ 预测的有效范围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S W E E P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上界 ↔ 下界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等 φ 线 = 按理想汇率交换（上界）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等 CoV 线 = 均匀限流、只掉带宽（下界）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22475"/>
            <a:ext cx="8296351" cy="251493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2884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四个方案各扫一个参数（K 见图题）；灰虚线 = 过锚点的等 φ 线，灰点线 = 等 CoV 线，红线 = LP 上界。轨迹越贴近等 φ 线，该参数越接近以理想汇率换公平。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· overcommit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oc 16→12 沿等 φ 线走（φ 0.906→0.894，CoV 0.130→0.076）；12 以下 CoV 钉在 0.07、只掉带宽。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拐点 = oc 12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S29 / S28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 slot 1→2 ε = 0.82，slot ≥ 3 只掉带宽（拐点 slot 2）。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S28 九个 α·burst 点挤在 0.05 CoV 内，ε 0.31–0.80：这个执行器换不动公平。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· band × cap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band 内 cap 1.0→0.25 每段 ε 0.68–0.79；band 从 gentle 换到 spec、harsh 时带宽下台阶而 CoV 回升。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工程用法：给定目标带宽 R′，φ 给出该方案能到的最低 CoV，ε 给出离它多远。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57084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25468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66844"/>
            <a:ext cx="335859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S0（0 FF‑eq，φ 0.8514）→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FF‑eq，φ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0.9059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 为 21,220 FF‑eq（φ 0.7197）。S22-stock（13,920，φ 0.8476）是环仲裁备选；S19 / S20（5,840，φ 0.8604）只作 requester 窗口控制的对照。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25328"/>
            <a:ext cx="3724351" cy="217062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334902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补齐的四类：一个都没进前沿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676278"/>
            <a:ext cx="3358591" cy="1446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S26 路由 1,560 / φ 0.8354；S27 背压 1,960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0.4642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；S29 调度 4,440 / 0.8243；S28S 12,680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0.5491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；S28 速率 21,480 / 0.7983。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五个点的 φ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全部低于 S0 的 0.8514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不是被 S16 挤掉，是连「什么都不做」都没超过。前沿与补齐之前完全一致。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其中 S29：4,440 FF‑eq，约为 S22-stock 的 1/3，φ 只差 S22-stock 0.023（详见 S29 两页）。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判据是「离理想控制器有多近」：S16 把 φ 从 0.8514 推到 0.9059，走完 S0 与理想之间 37% 的距离（K = 2000 筛选轮）。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4443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CoV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498911"/>
            <a:ext cx="3724351" cy="140566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68179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2316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；在此之上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是唯一把控制点放在那里的方案。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50881"/>
            <a:ext cx="3724351" cy="153744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3376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补齐四类在这里的表现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57513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S29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（4,440 FF‑eq），与 S22-stock 的 98.75% 只差 0.09 个百分点，硬件是它的 1/3；S28S = 96.39%，S28 = 94.66%，S26 = 93.34%，S27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72.23%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换 pattern 也没有换前沿，仍是 S0 → S16；但「只动环仲裁」这一支上，最便宜的点由 S22-stock 变成了 S29。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34632"/>
            <a:ext cx="3724351" cy="59301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26072"/>
            <a:ext cx="3102559" cy="4101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599166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1940542"/>
            <a:ext cx="2444191" cy="1512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（S0、S1T、S19、S20、S28、S26、I-tag）：快核 ~57k 完成，慢核 72–74k，比值 1.13–1.28。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十线重合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（S16 1.000、S28S 1.015）：每核速率被钉在同一值。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（S22 1.117、S27 1.153、S29 1.158、S1 1.194）：慢核仍慢，差距收窄。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4015728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357104"/>
            <a:ext cx="2444191" cy="916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S28S 十线重合但总时长 119.8k（S0 的 1.66 倍）：等分速率把每核限在 λ*，却把 R 压到 3.34。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18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十核最早与最晚完成时刻之差（72,404 → 72,422）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15,365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最高（0.363）但完成时间比 1.153，好于 S1 的 1.194：背压把所有核一起拖慢，长期份额反而接近。S22 CoV 0.234 高于 S1 的 0.213，完成时间比却是 1.117 对 1.194。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只有 S16 两项同时到底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0.125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−0.39%。S28S 也做到 1.015，但用 40% 带宽换来（总时长 119.8k）。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−0.066 对应完成时间比 −0.077。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0.1248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0.2782）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4351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920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写：几乎白拿的均衡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0.2782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0.1248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0.2126，带宽 −16.3%。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（0.5603–0.5623），CoV 0.0970、max/min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602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98.41%（+0.47%）、CoV 到 0.0744，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−20.5%、CoV 0.1610。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1.0035）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1.5663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882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48173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每核读带宽 0.427–0.673，max/min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1.578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0.1978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5.387（R* 的 94.3%）。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1.0035、CoV 0.0970。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1.0014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0.1597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、最差箱 0.483 —— 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1.252 / 1.004 / 1.002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最早 7,414、最晚 9,281；慢核曲线在快核完成后抬升，与写侧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1.004 与 1.002，十条线不可分。4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16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16，逻辑逐字相同）。左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所以总带宽只让 0.39%。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S0 −0.28%）、CoV 0.2675、max/min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+0.12%）、CoV 0.2740、max/min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0.2782）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0.2342，带宽 −2.21%，max/min 1.2230，13,920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0.2126，带宽 −16.3%，max/min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拿到更低的 CoV（0.1248）和更小的带宽代价（0.39%）。S22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0.2782）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−6.04%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5.2067，CoV 0.2021，max/min 1.3323，4,440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4.6397，CoV 0.2126，max/min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0.2021 低于 S22 的 0.2342，但带宽 −6.04% 对 −2.21%、max/min 1.3323 对 1.2230 都更差。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−6.04% vs −2.21% 的全部来源。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0.1916 的地板，核间长期速率比为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0.918、S0 0.864）；再用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81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78767"/>
            <a:ext cx="2197531" cy="21375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S16 在 HA 授权点直接重排服务：900 FF‑eq，CoV 0.1248，max/min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第 21 页空着的四格已实测：S26 / S27 结构性失效，S28 不动均衡，S28S 用 40% 带宽换均衡；S29 为 5.207 / 0.2021 / 1.332。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若事务层不可改，只动环仲裁：S22（13,920 FF‑eq）效果最好，S29（4,440）便宜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−6.04% 对 S22 的 −2.21%，CoV 0.2021。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：128 B CompData 下 S0 已达 CoV 0.0970、max/min 1.0035，维持现状；64 B 读会重现六快四慢（max/min 1.578），若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
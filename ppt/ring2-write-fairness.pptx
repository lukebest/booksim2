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0.029；加深下环队列、加大在飞上限都是净亏。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3215"/>
            <a:ext cx="7452360" cy="3566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49376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每个公平目标下的理论最高带宽；点 = 官方 K = 20000 实测。八个点依次覆盖 S0 / S1 / S1T / S16 / I-tag / S19 / S20 / S22。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4730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：第 c 个核的事务速率；十个核就是十个待选择的速率。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链路占用表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：每个核发一笔事务，会占哪些链路、各占几拍。路由和握手固定后，这张表也是固定的。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：本次要求的最低 Jain 公平度，例如 0.95。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：在公平度不低于 J 的前提下，所有核合计最多能跑多快。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27540"/>
            <a:ext cx="3221431" cy="104341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118980"/>
            <a:ext cx="2599639" cy="860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一个红线点怎么来：先固定 J，再尝试十个核的所有速率组合；任何链路都不能超过每拍 1 flit，最后保留总带宽最高的组合。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17262"/>
            <a:ext cx="3221431" cy="94112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08702"/>
            <a:ext cx="2599639" cy="758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把 J 从低到高逐点重算，就得到整条红线。这是标准凸优化的全局上界（只有数值求解误差），不是对仿真点做拟合。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304689"/>
            <a:ext cx="3221431" cy="102295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396129"/>
            <a:ext cx="2599639" cy="8400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读图：红线上 = 该公平度下理论能做到的最好结果；红线下 = 实际机制损失；红线上方 = 资源容量不允许。J = 1 的最右端就是等速率上限 R* = 5.7143。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43334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484710"/>
            <a:ext cx="2489911" cy="1171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I-tag（3,120，η 0.9124）与 S19 / S20（5,840，η 0.8992）在成本—收益平面上被 S16 支配，但改动层次不同，仍是有意义的工程备选；本节补充它们的机制和正式 K = 20000 对比。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五个方案、三种控制层次：机制示意 + 与 S0 / S1 的同口径实测对比。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是严格成本—收益前沿；I-tag、S19、S20 与 S22 是改动层次不同的近前沿工程备选。五者都可实现、数据来自测量，且不含流量 pattern 先验。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1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I-tag t_inj=2 / hold=2（3,120 FF‑eq） · 本地触发 / 仲裁让位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6-i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连续两拍抢不到本地出向 hop 就举 I-tag；下 = 最近的上游 donor 只让一个 slot，空 slot 沿环到达请求者。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N E A R - F R O N T I E R   ·   I - T A G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7890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57428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98804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：同 plane / 方向 / VC 的注入队列非空，但连续 t_inj = 2 拍没上环。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：举 I-tag，带出饥饿请求者的位置；向上游寻找最近一个会跨过其瓶颈 hop 的 donor。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：donor 只在一拍内暂停，制造一个可追踪的空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：空 slot 到达请求者后立即被它使用；hold = 2 让标记两拍后自动失效。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833383"/>
            <a:ext cx="2672791" cy="135353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4098321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它改的是环上仲裁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439697"/>
            <a:ext cx="2307031" cy="518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不动 requester / completer 的事务状态，不增加广播总线。新增的是每方向 / VC 的饥饿计数与 slot 预约状态，硬件估算 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3,120 FF-eq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33217"/>
            <a:ext cx="2672791" cy="99443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24657"/>
            <a:ext cx="2050999" cy="81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核心边界：I-tag 只把「一个具体 slot」送给一个具体饥饿点；它不估计全局公平度，也不保证长期速率完全拉齐。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I-tag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0.97495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I-tag 的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总带宽 −2.71%，整窗 max/min = 1.2526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7-itag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074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280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最慢核带宽比；每幅内三根柱都是 S0 / S1 / I-tag。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作用是局部补 slot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t_inj=2 让 I-tag 及早发现连续抢不到 hop 的节点；hold=2 又限制单次让位只持续两拍，避免把上游长期封住。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三项指标一起看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总带宽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5.3908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（比 S0 低 2.71%）；Jain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0.97495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1.2526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。与 S0 相比，两项公平性都明显改善；与 S1 相比，Jain 更高、长期速率差更小，带宽也更高。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适用边界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适合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只允许改环上仲裁、又不希望新增总线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的实现条件。若目标是把长期速率差压到接近 1，仍需更强的跨核进度信息。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N E A R - F R O N T I E R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693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99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工程选择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已经有 RTT 计时器时，S19 集成最轻；已经有 tracker 水位与可用标记位时，S20 的拥塞含义更明确。两者都涉及 requester 的事务发起窗口。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2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带宽线已基本关死；公平缺陷是真实的，但它不必用带宽去换。真正要拍板的不是单一排名，而是哪一层能改：completer、requester，还是只允许动环上仲裁。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47269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严格前沿与工程备选要分开看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22401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按「带宽 × 公平性 / 硬件」计算，严格前沿是 S16。I-tag、S19 / S20、S22 虽不在严格前沿上，但分别落在环上本地仲裁、requester 动态窗口和跨节点进度仲裁三个不同改动层。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被数值支配，不等于在工程约束下没有选择价值。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08462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两头能同时拿住，但层次决定落点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83594"/>
            <a:ext cx="2197531" cy="1806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它需要改 HA 的授权调度。若该层不可改，可退到环上本地 I-tag、requester 窗口 S19 / S20，或只改环上仲裁的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D20A2E"/>
                </a:solidFill>
                <a:latin typeface="Microsoft YaHei"/>
              </a:rPr>
              <a:t>最终选择首先由「哪一层能改」决定，其次才是数字。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统一结论：不要把所有机制压成一个排名。S16、I-tag、S19 / S20、S22 分别交换 completer、环上本地、requester、跨节点仲裁的改动权限；先确定可改边界，再在对应层内选性能最好的方案。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先收在飞，再按可改层次选择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8706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第一步 · 0 FF‑eq · 无条件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43838"/>
            <a:ext cx="2160955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completer 可改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S16 授权保留。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写侧 Jain 0.92818 → 0.98466、带宽只让 0.39%、非均匀流量拿到 R* 的 99.74%。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前提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：completer 的授权调度可改。线格式与协议状态机不动，但要改 HA 何时给谁发 DBIDResp，须 IP 可改并过一次合规复核。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25444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只改环上仲裁 · 3,120 /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00576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I-tag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：不加总线，只用本地饥饿检测和单 slot 预约；适合改动最小的场景。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S22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：复用 6 bit 进度总线，能直接比较谁领先、谁落后；适合允许跨节点进度信息、但事务层不可改的场景。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requester 窗口可改 · 5,840 FF‑eq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：都用每核动态 outstanding 窗口。已有 RTT 计时器时选 S19；已有 tracker 水位和 1 bit 标记位时选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两者不需要流量 pattern 先验，可作为 source-side 集成路径。读侧维持 S0，不另加控制。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建议顺序：第 1 步直接做；随后先问 completer 能不能改。能改优先验证 S16；不能改，再按现有硬件基础在 I-tag、S22、S19 / S20 中选。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能改优先 S16；不能改，再按可用基础选择本地 I-tag、跨节点 S22，或 requester 动态窗口 S19 / S20。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
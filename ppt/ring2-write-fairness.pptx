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为何只能换一端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控制点；空白格已核对无既有保留方案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可实现点：S16 / S22 / S29 的机制、硬件与实测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8816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257354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59476"/>
            <a:ext cx="2197531" cy="102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全文统一设定，不是扫描轴。最坏空载写 RTT 89 拍 × 等速率 2/7 笔/拍 ≈ 26 笔在飞，所以 128 不绑定环；HA tracker 512 远大于 10 × 128 的供给，也不绑定。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7657"/>
            <a:ext cx="8296351" cy="24688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47907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RTT；在这个前提下，环没有被在飞上限卡住。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 S0 已是 I-tag 的带宽最高点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来自官方网格的带宽最优，总带宽 97.02% R*。再往公平一侧调（更短 t_inj / 更短 hold）会掉带宽；加深下环队列也不能抬高这条绑定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30604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15343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21947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14381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90458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331686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17935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234009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12834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32306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98.78%；短探测把绑定 hop 的空槽逐拍分类，「端口空闲」一列合计近零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默认档：CoV 0.3911 → 0.2169（-0.174），总写带宽 -15.3%；S1T 把带宽收回后，CoV 回到与 S0 同一水平。计入 leave FIFO 占用 &gt; 1 之后，S1D 不再等于 S0：下环一路能驱动等级，但几乎只掉带宽、不搬公平。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-0.174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 = 每核写带宽对比；右 = 总写带宽—CoV（横轴 CoV，纵轴总写带宽）。圆 / 方 = S1 的 AIMD 网格（band × cap × window × burst × dir_split × scope）；星 = S0 / 出厂 S1 / S1T。下环失败含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0.2169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1.3348；总写带宽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4.6982（-15.3%）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的 AIMD 网格（band / cap / window / burst / dir_split / scope）选出的最优点（dir_split、cap 0.5、w 64、burst 1）：带宽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+16.6%，CoV +0.177。带宽接近 S0 的配置，CoV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1.3348：差距在收，总量也在收。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0.43528（+5.0%），快核 C14 0.76611 → 0.57095（-25.5%）。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54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AIMD 参数网格（去重后）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280,470 / 900,119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 全程下环失败 / 上环失败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下环 = 真偏转 0 + FIFO 占用&gt;1  280,470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255" y="1024128"/>
            <a:ext cx="7898672" cy="23943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5099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33653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93571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131741"/>
            <a:ext cx="3527450" cy="219590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2909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3873"/>
            <a:ext cx="3125114" cy="1229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4.9728、100 拍 CoV 0.2169、完成时间 68,843–80,387。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：4.8976 / 0.3954 / 52,792–81,633。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S1D 不再等于 S0：leave FIFO 占用 &gt; 1 已经能驱动 down 等级。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9153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51450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900,119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280,470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0，FIFO 占用&gt;1  280,470）。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1.546 → 1.168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十核完成时间 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045483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204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52,792–81,633，比值 1.546。leave FIFO 占用 &gt; 1 已经进入 down 信号，完成曲线不再等于 S0。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525187"/>
            <a:ext cx="3527450" cy="18024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68,843–80,387，比值 1.168；最早完成时刻从 52,212 推到 68,843。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263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8627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0.2169（-0.174），完成时间比从 1.382 到 1.236，四慢核依然是同一组核。全部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页的两个正交维度分类：先按拥塞信号（行），再按控制点（列），给出各类优缺点并定位 S1。空白格已按保留名单核对：无一落入。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页（决定盲区）。「无」= 保留方案不在此格；灰底 = 既有；红框 = S1；绿框 = 原无代表、本次补齐。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5954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7560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1698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S1T、S15、S21+eq、S23。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149950"/>
            <a:ext cx="3084271" cy="199433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342576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空白格已核对：无既有保留方案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683952"/>
            <a:ext cx="2718511" cy="1304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名单 = 官方 WRITE_CASES + 筛选轮 Pareto（S15 / S17 / S18 / S21 / S21+eq / S23）。每一条都落在有点的格子里。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已撤回的 S24 本会落在「源端速率 × 无信号」，S25 与 I-tag 同格；两者因写死 λ*=2/7、换流量即失效，不计入既有方案。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290592"/>
            <a:ext cx="3084271" cy="10370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382032"/>
            <a:ext cx="2462479" cy="854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空白格的「无」只断言本研究保留名单，不是「文献里不存在这类组合」。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0.740。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为什么见下一页。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6812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22622"/>
            <a:ext cx="3861511" cy="128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*，理想 =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4.693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线，与红线平行：线上每一点的等速率等效带宽 Φ 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0.740。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13 个方案各自的旋钮轨迹：都不是那根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R_max）；星 = 官方工作点。S1 按 band 拆成三条，不是把 9 个点连成一条。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2445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是的：每条曲线是该方案自己的旋钮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65834"/>
            <a:ext cx="340431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红星 = 官方点。13 次独立扫描，不是混拟合。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89659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为什么大部分不是直线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31035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红线直，因为最优只有一个方向：4 个慢核 → 6 个快核，R 与 σ 都正比于挪动量 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旋钮不是这个 δ：先重分配，再一律限流（竖着掉），再错杀 / 空转 / 短窗抖动。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本质：旋钮 ≠ LP 的那根杠杆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LP 直线是最优速率沿单一自由度的像；旋钮同时搅动份额、空转和 100 拍窗抖动。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筛选轮上仅 S16 的 oc 段贴近红线斜率。S28S 竖直；S19 / S20 / S22 / S1T 不动；S26 两边都坏。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等效触发器数。红 = 前沿（同价无人能超）；橙 = 次前沿（去掉前沿后再求 Pareto）。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   +   S E C O N D   F R O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4225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422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前沿：S0 → S16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83632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筛选轮面积—φ：S0（0 FF‑eq，φ = 0.851）被 S16（900，φ = 0.906）支配。再贵的点 φ 都超不过 S16，所以前沿只有这两点。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官方 K=20000 现算：S0 φ = 0.821 →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96731"/>
            <a:ext cx="3724351" cy="20706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526813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次前沿：S26 / I-tag / S22(w32)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68189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去掉 S0、S16 再求 Pareto：S26（1,560，φ = 0.835）、I-tag 调参（3,120，0.873）、S22 深队列（1,198,560，0.886）。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I-tag 不是独立机制，只是 S0 的 t_inj / hold 调参；S22(w32) 用百万级 FF 换 0.886，仍低于 S16。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13699"/>
            <a:ext cx="3724351" cy="9139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05139"/>
            <a:ext cx="3102559" cy="7310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官方点 S22 / S29 / S1 的 φ 为 0.841 / 0.852 / 0.740，都在两条前沿之外。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 φ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13。R* = 2.0000（等速率 = 最大吞吐）。纵轴改成与上一页相同的 φ = (R − κ·CoV)/R*；红 = 前沿，橙 = 次前沿。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A M E   φ ,   S H I F T E D   T R A F F I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1239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74580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前沿：仍是 S0 → S16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2087182"/>
            <a:ext cx="335859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同一 κ、该 pattern 自己的 R*。S16 φ = 0.386（900 FF‑eq）支配 S0 的 0.027。窗口类 S19 / S20 带宽到 98.9% R*，但 CoV = 1.33，φ 落到 −0.46，不进前沿。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66871"/>
            <a:ext cx="3724351" cy="203301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478129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次前沿：S26 / S29 / S21 / S21+eq / S28S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19505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去掉 S0、S16 再求：S26（1,560，φ = 0.086）、S29（4,440，0.099）、S21（4,960，0.313）、S21+eq（6,880，0.314）、S28S（12,680，0.378）。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S16 仍用最少硬件拿到最高 φ；S28S 带宽高但 CoV 大，只能上次前沿。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346191"/>
            <a:ext cx="3724351" cy="9814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437631"/>
            <a:ext cx="3102559" cy="7985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换流量之后窗口能保住容量，但按 φ 计价仍输给授权重排。下一组页：这两个前沿上每个方案只扫一个旋钮的 (R, CoV) 轨迹。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S0：扫 I-tag 饥饿阈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  ·   t _ i n 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28 / 29 页前沿（0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t_inj：连续上环失败多少拍才升 I-tag。off = 关掉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这是基线自己的唯一旋钮，不是拥塞控制器。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5.309 到 5.500（Δ = +0.190）；CoV 从 0.190 到 0.352。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16：R = 5.386，CoV = 0.343。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S16：扫授权超额 overcommit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overcommit；星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  ·   o v e r c o m m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28 / 29 页前沿（900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overcommit：completer 同时在飞的授权上限。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旋钮动的是 HA 授权窗口，不写死 λ*，不含流量先验。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3.309 到 5.458（Δ = +2.149）；CoV 从 0.067 到 0.291。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overcommit = 20：R = 5.432，CoV = 0.220。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S26：扫绕远跳数上限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route_max_extra；星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S E C O N D   F R O N T   ·   e x t r a   h o p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28 / 29 页次前沿（1,560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route_max_extra：最短路之外最多允许多走几跳。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只看本节点两个出向的失败率 EWMA，无 pattern 常数。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4.907 到 5.453（Δ = +0.546）；CoV 从 0.270 到 0.343。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route_max_extra = 2：R = 5.407，CoV = 0.291。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I-tag：扫 t_inj（hold 固定为 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I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S E C O N D   F R O N T   ·   S 0   R E T U N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28 页次前沿（3,120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t_inj：与 S0 同一旋钮，但 itag_hold 冻在 Pareto 点的 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不是独立机制，也不是流量先验；留在名单只因它在次前沿上。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5.238 到 5.493（Δ = +0.255）；CoV 从 0.119 到 0.299。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2：R = 5.392，CoV = 0.185。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S22(w32)：扫赤字阈值 dfc_margin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2w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dfc_margin；星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S E C O N D   F R O N T   ·   d f c _ m a r g i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48467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28 页次前沿（深队列 + 窗 32，1,198,560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12347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dfc_margin：落后多少才请求让路。窗与队列冻在 w32 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信号是总线上的达成量，不编译 λ*。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5.503 到 5.536（Δ = +0.033）；CoV 从 0.187 到 0.213。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dfc_margin = 3.0：R = 5.536，CoV = 0.213。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S29：扫日历时隙 slot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tdma_slot；星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C O N D   F R O N T   ·   s l o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29 页次前沿（4,440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tdma_slot：每个核一次占用出向 hop 的拍数。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日历是拓扑常量，需求位是本地事实，不含 pattern 先验。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4.358 到 5.221（Δ = +0.864）；CoV 从 0.203 到 0.270。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tdma_slot = 2：R = 5.152，CoV = 0.203。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S21：扫漏桶余量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C O N D   F R O N T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29 页次前沿（4,960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pace_headroom：把测到的达成速率放大多少再写入漏桶。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速率从本核已拿到的量自时钟，不写死份额。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2.750 到 4.258（Δ = +1.508）；CoV 从 0.063 到 0.326。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S21+eq：扫漏桶余量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C O N D   F R O N T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08416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29 页次前沿（6,880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1949792"/>
            <a:ext cx="2809951" cy="1011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pace_headroom：测到的达成速率放大多少再写入漏桶。均衡开着，tol 冻在 0.02。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比的是总线上的实测达成量，不是 λ*。扫 tol 在此工作点完全不动，所以改扫会动 (R, CoV) 的 headroom。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0.642 到 4.258（Δ = +3.616）；CoV 从 0.063 到 0.321。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S28S：扫 hop 目标占用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8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rcp_target；星 = 第 28 / 29 页工作点。K = 2000，与 Pareto 筛选轮相同。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S E C O N D   F R O N T   ·   r c p _ t a r g e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第 29 页次前沿（12,680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rcp_target：每个 hop 静态等分时的占用目标 C，份额 = C / 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N 是本窗穿过该 hop 的核数，无目的地先验、无 λ*。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3.123 到 3.632（Δ = +0.509）；CoV 从 0.114 到 0.119。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rcp_target = 0.98：R = 3.397，CoV = 0.119。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第 28 / 29 页前沿 + 次前沿里没有写死 λ* 的方案（S24 / S25 已撤回），所以这一组一个都没剔除。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（S16 1.000、S28S 1.015）。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1.236）：慢核仍慢，差距收窄。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S28S 够齐（比 1.015）但总时长被拉到 119.5k，带宽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0.2169，完成时间比却是 1.308 对 1.236：背压把所有核一起拖慢，长期份额反而接近。S22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+1.7%。S28S 完成时间比 1.015，但带宽 -39.6%。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-0.174 对应完成时间比 1.236（S0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overcommit = 20 跟踪的是 HA 实际占用（≈ RTT×λ / n_HA），不是 core_outstanding：上限 128 覆盖最坏 RTT 之后占用仍约 30，工作点仍是 20。取到 128 就扣不住授权，S16 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943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5797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865070"/>
            <a:ext cx="3527450" cy="14625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S1：CoV 0.2169，带宽 -15.3%。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043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4642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十个核读侧 CoV 0.1298、max/min 1.0101，带宽 99.35% R*。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带宽 99.44% R*（+0.1%）、CoV 0.0692，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-6.5%、CoV 0.1364。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1.462 / 1.007 / 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0.2169，带宽 -15.3%，max/min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4.6982，CoV 0.2169，max/min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0.3318，带宽 -3.0% 对 -0.3%、max/min 1.2994 对 1.2056。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3377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30777"/>
            <a:ext cx="2197531" cy="2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页空白格已核对无既有保留方案；绿框四类已实测：S26 / S27 结构性失效，S28 不动均衡，S28S 用带宽 -39.6% 换均衡；S29 为 5.380 / 0.2352 / 1.2994。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若事务层不可改，只动环仲裁：S22（13,920 FF‑eq，φ 0.841）效果最好，S29（4,440，φ 0.852）便宜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6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：当前所有可实现点里，S16 离理论上界最近（φ 0.915）、硬件代价最低（900 FF‑eq），uniform 写下带宽 +1.7%。hot 上 outstanding = 128 会过量注入，先保容量的是窗口类，不是授权重排。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-3.0% 对 S22 的 -0.3%，CoV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1293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09934"/>
            <a:ext cx="2160955" cy="1550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读会重现六快四慢（max/min 2.2821），若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61 / 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
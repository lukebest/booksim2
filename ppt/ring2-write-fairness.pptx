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19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的缺陷不是它自己的，是整一行共有的：触发降速的是节点自己的失败，而无缓存环上这些失败大多由别人造成。换控制点比换参数有用得多。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19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19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：分不清「我太贪」和「我被挤」；S22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19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19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18 页（决定天花板）；行 = 拥塞信号 = 第 17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68743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缺陷属于「行」，不属于 S1 本身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10119"/>
            <a:ext cx="2718511" cy="1238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自己上环失败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触发，而无缓存环上这些失败大多是别人的 transit 造成的 —— 于是惩罚受害者。凡是以「本节点观测到的失败 / 时延」为信号的格子都有同一个盲区。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同一行里 S22 是唯一的例外：位宽完全不变，只把线上的内容从「我有多堵」换成「我这窗做了多少」，落后与领先才能直接比较。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所以调参救不了 S1：62 组 AIMD 网格没有一组两头都好，因为它换的是列里的刻度，不是格子。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分箱 Jain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0.9169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0.8837 / 1.263 —— 带宽 −36.6%，均衡度还比 S0 差。无缓存环上「保护链路」等于让链路空转。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0.9316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0.9890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全研究最高的均衡度，代价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782101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是四类里唯一三条轴全胜 S1 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123477"/>
            <a:ext cx="3404311" cy="1096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5.207 / 0.9607 / 1.332 对 S1 的 4.640 / 0.9568 / 1.359：带宽多 12.2%，两个公平指标都更好，总线 10 bit/16 拍 对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原因不在「预约」而在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执行器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S22 的让位，让出的槽是指名的；令牌桶扣出的槽沿途谁都能吃。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前沿仍是 S0 → S16（见 Pareto 页），但「闸门类要 16–40% 带宽换公平、让位类不用」已是跨四族的规律。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8965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031030"/>
            <a:ext cx="2855671" cy="1258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：要求的最低 100 拍 Jain。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：公平度 ≥ J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J，枚举十个核的速率组合，链路每拍 ≤ 1 flit，取总带宽最高的那个。J 从低到高逐点重算即得整条红线（凸优化全局上界，不是对仿真点拟合）。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红线上 = 该公平度下理论最好；红线下 = 机制损失；红线上方不可能。最右端 J=1 即 R* = 5.7143。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6555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7931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），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S22-stock（13,920，η 0.8883）是环仲裁备选；S19 / S20（5,840，η 0.8992）只作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η 0.8724；S27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0.5319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0.8659；S28S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0.5861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0.8405。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0.8894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 值得记住：4,440 FF‑eq 是 S22-stock 的 1/3、S1 的 1/5，η 只差 S22-stock 0.022（详见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η 从 0.8894 推到 0.9395，走完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0.96074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S29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三条轴全胜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5.2067 vs 4.6397（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多 12.2%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）、Jain 0.96074 vs 0.95675、max/min 1.3323 vs 1.3586。硬件 4,440 vs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21,220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FF‑eq。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S1 那一格换成日历触发就全面更好。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0.96074 高于 S22 的 0.94799，但带宽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5.7143；再用 100 拍 Jain、长期 max/min、硬件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66873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63875"/>
            <a:ext cx="2197531" cy="1967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第 19 页空着的四格已实测：S26 / S27 结构性失效，S28 不动公平，S28S 用 40% 带宽换公平，只有 S29 三条轴优于 S1。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1/3、S1 的 1/5）；带宽 −6.04% 对 S22 的 −2.21%，Jain 0.96074 反而更高。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：三条轴全面优于 S1，是环仲裁分支的最便宜落点。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56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2652"/>
            <a:ext cx="2160955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已达 Jain 0.99067、max/min 1.0035，维持现状。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
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研究问题：无缓存环接近 R* 时，几何造成的六快四慢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能否在不牺牲总带宽的前提下被控制器抹平？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口径：问题 → 度量 → 机制 → 上界 → 决策 · uniform tiled 写 · K = 20000 · 每核 outstanding = 128 · 主指标 100 拍窗 CoV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8 + APPENDIX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问题与口径：拓扑、争用窗、100 拍 CoV、outstanding = 128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565655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565655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565655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565655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S0：现象 → 逐拍账本 → 结构根因（几何 × 在环优先）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171192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171192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171192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171192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S1：机制、实测、信号消融 —— 54 点网格无点支配 S0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2776727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2776727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2776727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2776727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设计空间：信号 × 控制点；空白格已核对无既有保留方案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3382264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3382264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3382264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3382264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理论上界 R(CoV) 与单一标量 φ = (R − κ·CoV)/R*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3987799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3987799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3987799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3987799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可实现点：Pareto、hot、旋钮形状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4593335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4593335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4593335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4593335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前沿方案：S16 / S22 / S29 的机制、微架构与实测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36008" y="5198872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36008" y="5198872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36008" y="5198872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8968" y="5198872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结论：一项架构决策（HA 授权能不能改）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36008" y="5804407"/>
            <a:ext cx="6988759" cy="459231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636008" y="5804407"/>
            <a:ext cx="603504" cy="4592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36008" y="5804407"/>
            <a:ext cx="603504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58968" y="5804407"/>
            <a:ext cx="5891479" cy="4592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附录 A 单旋钮扫描 · 附录 B 时间线走读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WriteNoSnp。先固定度量（争用窗 + 100 拍 CoV），再问总带宽和瞬时份额各卡在哪。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度量：闭环批量每核 K 笔，争用窗 [0, 第一核耗尽]；主指标 = 100 拍窗内十核写带宽的 CoV（标准差 / 均值）再对窗取平均；辅指标 = 全程总带宽 / R* 与各核完成时间。全篇同一口径。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71792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08711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38527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975204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344393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87591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24510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16、hold = 8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38527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2504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 outstanding = 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94231"/>
            <a:ext cx="2197531" cy="11340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全文统一设定，不是扫描轴。uniform 下最坏空载写 RTT 89 拍 × 等速率 2/7 笔/拍 ≈ 26 笔在飞，所以 128 不绑定环。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仅对 uniform 成立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：HA tracker 512 &gt; 10 × 128。hot 下 10 × 128 压到 2 个 HA，tracker 溢出，见 29 页。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93852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87591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24510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hop；总线延迟固定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97.02%，但十个核的长期速率差 1.8485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97.02%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5.5440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53699"/>
            <a:ext cx="8241487" cy="24524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697623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绑定链路的拍数预算（有效载荷 + 绕环重发 + 空转 = makespan）。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 hop（7:1:rsp）占用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98.78%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。RSP 峰值 98.78%、DAT 峰值 97.22%：双 VC 同时饱和。带宽是被链路卡住的，不是被队列或端口卡住的。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2.98%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5219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72,150 = 70,000 载有效载荷 + 1,270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880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，三项逐拍相加相等。core_outstanding 固定为 128、覆盖最坏 RTT；uniform 下环没有被在飞上限卡住。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官方点是 K = 20000 的带宽工作点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I-tag 工作点 t_inj = 16、hold = 8 来自官方 K = 20000 网格。筛选轮 K = 2000 上 t_inj = 4 同时更高 R、更低 CoV；两套 K 的 φ 相差约 0.03，旋钮页只看形状、不改官方点。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加深下环队列也不能抬高这条绑定 hop。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0.41444，最高 C14 = 0.76611。慢的那四个正是「邻接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1.8485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257550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406609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4130745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405667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242293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28265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409146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4041528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0.747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27421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条长按最高核归一。8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I M B A L A N C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0.3911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100 拍窗十核带宽的 CoV（标准差 / 均值）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理想控制器 ≈ 0（整数粒度）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265520"/>
            <a:ext cx="8241487" cy="251308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87004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同一份数据换观察窗宽度，实测始终高于理想控制器。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522 个箱里最差 5% 的箱 CoV ≥ 0.468，最差箱 0.502。右图把观察窗一路放宽：抹平抖动后仍收敛到 0.2663 的地板，到不了理想控制器。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抖动抹平后的下限仍有 0.2663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给每核每箱都填上它自己的长期均值（抖动全抹掉、只留速率差），CoV 就降到底了 —— 这是任何「只整时机、不搬份额」机制的地板。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所以要降低不均衡度，必须真的搬速率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41.45 vs 76.61 flit/箱（比 1.8481）。核内抖动占方差 54.3%，但封顶的是另外那 45.7% 的核间差 —— 100 拍窗内每核有 62.1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6501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62015"/>
            <a:ext cx="3088538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只有一个。它们的写必须挤过更少的分流路径，而其余六核可以在两侧分流。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0.997。改路由也变不出第二个邻居。改 floorplan 是几何根因的自然解法，列为后续实验，不是本次结论。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绑定 hop 是 RSP 98.78%；DAT 峰值 97.22%。核争的是 DAT 注入空隙，RSP 是其镜像。短探测把绑定 hop 空槽逐拍分类，「端口空闲」一列合计近零。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方案与实测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 gentle 默认点与调参档的实测。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默认档改为 gentle · cap 0.5（第 25 页 gentle 轨迹上 φ 最大）。S1：CoV 0.3911 → 0.2424（-0.149），总写带宽 -4.2%，φ 0.821 → 0.837。54 点网格仍无点同时压过 S0 的带宽与 CoV。S1T 被 S0 支配（带宽 -1.2%，CoV 0.3940）。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164509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561511"/>
            <a:ext cx="2160955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下环失败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（绕环偏转 + leave FIFO 写入后占用 &gt; 1），分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（3 bit × 2 向 = 6 bit 线宽），从不占用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总线延迟固定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164509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561511"/>
            <a:ext cx="2160955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做 AIMD。默认 gentle：乘性减 α = 0.875 / 0.75 / 0.5，加性增 β = +32 / +16 / +8，cap_scale = 0.5；出口是令牌桶闸门。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第 ① 段的信号是本节点上环失败。无缓存环上这类失败多数来自他人 transit，因此等级同时反映「本核注入多」和「本核被路过」。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效果：gentle 默认档与调参档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T W O   O P E R A T I N G   P O I N T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-4.2%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S1 gentle·cap0.5 相对 S0 的总写带宽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CoV -0.149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062801"/>
            <a:ext cx="8241487" cy="26342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788522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67080"/>
                </a:solidFill>
                <a:latin typeface="Microsoft YaHei"/>
              </a:rPr>
              <a:t>左 = 每核写带宽对比；右 = 总写带宽—CoV（横轴 CoV，纵轴总写带宽）。圆 / 方 = S1 的 AIMD 网格（band × cap × window × burst × dir_split × scope）；星 = S0 / S1 默认（gentle · cap 0.5）/ S1T。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 默认（gentle · cap 0.5）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第 25 页 gentle 三条里 φ 最大的点，现为官方默认。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拍窗 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0.2424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1.3931；总写带宽 5.5440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5.3134（-4.2%）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S1T 每向预算（调参档）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dir_split、band spec、cap 0.5、w 64、burst 1：带宽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5.4763（-1.2%）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0.3940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1.9247。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两个公平口径都比 S0 差，且掉带宽 ——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被 S0 支配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网格结论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15219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54 点里没有一个同时在带宽和 CoV 上压过 S0。S1U 与 S1 的 CoV / max/min 相同（0.2424 / 1.3931），带宽 5.3422 vs 5.3134：下环信号仍只掉带宽。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实测：各核带宽如何变化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P E R - C O R E   S H I F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快核被压下来，慢核窗内速率略升，总带宽仍掉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max/min 从 1.8485 降到 1.3931：差距在收，总量也在收。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机制在做什么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检测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：本节点上环失败 / 下环失败（真偏转 + leave FIFO 占用 &gt; 1），量化成 3 bit 拥塞等级。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控制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：按路径上最高等级对注入预算做 AIMD，出口是令牌桶。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执行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：没额度的拍不上环。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实测各核变化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信号来源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：乘性减仍主要由本节点上环失败触发；下环一路现在把 leave FIFO 占用 &gt; 1 也算进去。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快核被压、慢核略升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：慢核 C8 0.41444 → 0.46635（+12.5%），快核 C14 0.76611 → 0.64679（-15.6%）。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令牌桶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：没额度就不上环；该槽沿途节点都可以使用。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-4.2%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gentle·cap0.5 相对 S0 的总写带宽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54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AIMD 参数网格（去重后）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信号细分：只计上环失败 / 只计下环失败 / 两者都计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1   S I G N A L   S P L I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2200" b="1">
                <a:solidFill>
                  <a:srgbClr val="D20A2E"/>
                </a:solidFill>
                <a:latin typeface="Arial"/>
              </a:rPr>
              <a:t>349,895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2200" b="1">
                <a:solidFill>
                  <a:srgbClr val="D20A2E"/>
                </a:solidFill>
                <a:latin typeface="Arial"/>
              </a:rPr>
              <a:t>/ 1,069,927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231136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下环失败 / 上环失败（S1 全程）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下环 = 真偏转 11 + FIFO 占用&gt;1  349,884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017520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8-s1-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7878" y="1024128"/>
            <a:ext cx="775229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465575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四根柱 = S0 / S1D（只计下环）/ S1U（只计上环）/ S1（都计），K = 20000 uniform 写；下环失败 = 绕环偏转 + 两写一读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三档怎么实现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参数 signal = up / down / both：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up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只计上环失败；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down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只计下环失败（真偏转，以及 leave FIFO 写入后深度 &gt; 1）；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both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现有 S1，取二者 max。FIFO 本身仍是两写一读、深度 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334363"/>
            <a:ext cx="3125114" cy="5186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实测：计入 FIFO 占用后下环一路不再沉默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35327"/>
            <a:ext cx="3125114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S1U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：总带宽 5.3422、100 拍 CoV 0.2424、完成时间 61,844–74,833。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S1D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：5.4303 / 0.3925 / 53,018–73,621。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S1D 不再等于 S0：默认 cap_scale = 0.5 先削了预算；CoV 0.3925 仍接近 S0，公平性几乎没动。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6934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新口径下的量级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2926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 全程上环失败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1,069,927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次；下环失败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349,895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次（其中绕环偏转 11，FIFO 占用&gt;1  349,884）。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占用 &gt; 1 只改计数与 S1 的 down 信号，不把 flit 再送回环，也不打 E-tag。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P E R - C O R E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8412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2200" b="1">
                <a:solidFill>
                  <a:srgbClr val="D20A2E"/>
                </a:solidFill>
                <a:latin typeface="Arial"/>
              </a:rPr>
              <a:t>1.389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2200" b="1">
                <a:solidFill>
                  <a:srgbClr val="D20A2E"/>
                </a:solidFill>
                <a:latin typeface="Arial"/>
              </a:rPr>
              <a:t>→ 1.210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231136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最晚 / 最早：S1D → S1U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同一组四个慢核，差距收窄但仍在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017520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9-s1-signal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58581"/>
            <a:ext cx="8241487" cy="27269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976983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67080"/>
                </a:solidFill>
                <a:latin typeface="Microsoft YaHei"/>
              </a:rPr>
              <a:t>横轴 cycle，纵轴 = 该核已上环 WriteData / 本核配额；红 = 邻 mem = 1 的四核（C0 / C8 / C10 / C18），蓝 = 其余六核；右 = 十核最后一个 flit 上环的时刻。下环失败含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S1D：只听下环失败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53,018–73,621，比值 1.389。完成曲线离开 S0，主要是 cap 0.5 限住注入，不是下环信号搬了份额。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S1U：只听上环失败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61,844–74,833，比值 1.210；最早完成时刻从 52,212 推到 61,844。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两个口径说的不是一件事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 CoV 看窗内瞬时份额，完成时间比看长期速率。S1 把 CoV 从 0.3911 降到 0.2424（-0.149），完成时间比从 1.382 到 1.217，四慢核依然是同一组核。12 个候选的完成曲线见第六节。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现有拥塞控制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算法的分类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按第 21 页的两个正交维度分类：先按拥塞信号（行），再按控制点（列），给出各类优缺点并定位 S1。空白格已按保留名单核对：无一落入。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落在「源端速率 × 显式等级」：降速由本节点失败触发。无缓存环上这类失败多数来自他人 transit。同一行的方案共用这一信号。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拥塞信号（矩阵的行）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S I G N A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听什么决定盲区（= 矩阵的行）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无信号 / 1 bit 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：固定日历 + 每核 1 bit「有活」。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：无测量、无收敛。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：不知道谁落后。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本地观测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/ S21 / S26 /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：本节点的占用、失败或授权数。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：零新报文。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：源端格子会把别人造成的失败算到自己头上。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链路占用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：hop 占用率，沿邻线上传。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：信号就在拥塞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：无缓存环上「保护链路」= 空转。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：S17 / S19。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：带内 RTT（Comp 回程）。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：不需要专用总线。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：无缓存环几乎没有排队时延。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ECN 标记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：S18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：RSP 上的一比特标记。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：复用已有通道。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：标记仍来自本节点失败。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显式等级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/ S1T / S15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：广播的拥塞等级或进度。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：全局可见。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：等级同时含本核注入与被路过；S22 只换了线上内容。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显式速率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：S28 / S28S。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：瓶颈自己算出的 share。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：源端不必猜。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：总线最宽；不公平不在 hop 份额。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控制点（矩阵的列）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动手处决定天花板（= 矩阵的列）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路径选择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：S26（UGAL / Valiant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：选最短还是绕远。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：不扣注入量。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：绕远本身要多占链路。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：S27（PFC / wormhole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：上游链路 XOFF。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：不丢包，实现最简单。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：需要可暂停队列，会形成拥塞树。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源端速率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族、S17 / S18 / S21 / S28。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：注入令牌桶。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：直接控总量。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：闸门只能「扣住」，让出的槽被沿途吃掉。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源端窗口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：S19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：在飞事务数。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：与 CHI 事务模型对齐。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：不管瓶颈处先服务谁。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环上仲裁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：环上谁先用这一拍。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：要动仲裁器。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预约调度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：S29（TDMA / Fastpass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：预分配时隙。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：拥塞不形成。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：空闲时隙会浪费（S29 用 1 bit 回收）。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接收端授权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：S16（Homa / NDP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：completer 的 DBIDResp。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：控制点在真正拥塞的下环侧。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：要动事务层。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在分类中的位置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a-cc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6050"/>
            <a:ext cx="7589520" cy="32207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6541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列 = 控制点 = 20 页（决定天花板）；行 = 拥塞信号 = 19 页（决定盲区）。「无」= 保留方案不在此格；灰底 = 既有；红框 = S1；绿框 = 原无代表、本次补齐。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S 1   S I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59547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675604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S1 = 源端速率 × 显式等级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16980"/>
            <a:ext cx="2718511" cy="7558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控制点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：「源端速率」列 —— 每核每窗的整型注入预算，出口是令牌桶。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信号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：「显式等级」行 —— 3 bit 拥塞等级，专用广播总线，固定 30 拍。同格还有 S1T、S15、S21+eq、S23。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149950"/>
            <a:ext cx="3084271" cy="199433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342576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空白格已核对：无既有保留方案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3683952"/>
            <a:ext cx="2718511" cy="1304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名单 = 官方 WRITE_CASES + 筛选轮 Pareto（S15 / S17 / S18 / S21 / S21+eq / S23）。每一条都落在有点的格子里。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已撤回的 S24 本会落在「源端速率 × 无信号」，S25 与 I-tag 同格；两者因写死 λ*=2/7、换流量即失效，不计入既有方案。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290592"/>
            <a:ext cx="3084271" cy="103705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382032"/>
            <a:ext cx="2462479" cy="854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空白格的「无」只断言本研究保留名单，不是「文献里不存在这类组合」。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先把「要少一点不均衡到底该付多少带宽」这条曲线精确算出来，再从它推导出一个同时表示总带宽和不均衡度的标量 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的峰值带宽。理想汇率 κ = 2.177 flit/cycle 每单位 CoV；φ = (R − κ·CoV)/R* 在上界上恒为 1，S16 0.915、S0 0.821、S1 0.837。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250"/>
            <a:ext cx="7452360" cy="36943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13341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不均衡度 CoV（十核 100 拍窗带宽的标准差 / 均值，0 = 完全均等，越右越不均）；红线 = 每个 CoV 上限下的理论最高带宽；12 个候选 + S28S 参考点（灰，静态等分，不入选）。I-tag 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58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1873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60107"/>
            <a:ext cx="285567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：第 c 个核的事务速率。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占用表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：每笔事务占哪些链路、各几拍；路由固定后这张表就固定。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：允许的最大不均衡度（十核速率的标准差 / 均值）。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R(CoV)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：不均衡度 ≤ CoV 时的最高总带宽。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0336"/>
            <a:ext cx="3221431" cy="137555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771776"/>
            <a:ext cx="2599639" cy="11926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红线每一点：固定 Jain（即 CoV）下限，在占用表 A'λ ≤ 1 下求 max R。容量约束线性，Jain 约束是二阶锥，整条线是凸规划全局上界，不是枚举十核组合、也不是对仿真点拟合。网格、去重与 80 个互异点见第 24 页。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5202194"/>
            <a:ext cx="3221431" cy="112545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5293634"/>
            <a:ext cx="2599639" cy="94257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红线上 = 该不均衡度下理论最好；红线下 = 机制损失；红线上方不可能。最左端 CoV = 0 即 R* = 5.7143；CoV ≥ 0.306 后红线平在 R_max = 6.40。在 CoV 坐标下红线是直线 R* + κ·CoV，κ = 2.18 —— 为什么见下一页。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标量指标推导：把上界在 CoV 坐标下拉直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2-metric-der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58105"/>
            <a:ext cx="6446520" cy="27966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964486"/>
            <a:ext cx="6446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左：80 个互异点落成 R = R* + κ·CoV（κ = 2.177，RMS 0.011）。蓝虚线过 S0，纵轴交点即 Φ(S0)。右：1 − φ 分解。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97496" y="1060704"/>
            <a:ext cx="4227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T H E   8 0   P O I N T S   C O M E   F R O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97496" y="1408176"/>
            <a:ext cx="4227271" cy="266934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5" y="1701346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80 个红点怎么来的（不是仿真、不是枚举）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5" y="2042722"/>
            <a:ext cx="3861511" cy="17782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一次规划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：十核速率 λ；占用表 A'λ ≤ 1（每资源 ≤ 1 flit/拍）；Jain(λ) ≥ J（二阶锥 ||λ||₂ ≤ (∑λ)/√(10J)）；max R = 2∑λ。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网格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：J ∈ [0.80, 1]，均匀 121 + 公平端加密 31，去重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148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个目标。每点一次凸规划，λ → 100 拍整数箱得 CoV；R 做 running-min。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去重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：J 目标 &lt; 无约束解自身 Jain（≈ 0.914）时约束松弛，塌到 (CoV = 0.306, R = 6.40)，148 →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80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个互异点。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拟合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：截距钉在 R*，其余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79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点最小二乘 κ = 2.177。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7496" y="4223824"/>
            <a:ext cx="4227271" cy="1305012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0375" y="4440588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符号表（单位都是带宽 flit/cycle）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5" y="4781964"/>
            <a:ext cx="3861511" cy="5666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* = 5.7143，十核完全等速率时的最高带宽；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κ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= 2.177，红线斜率 = 理想汇率。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Φ = R − κ·CoV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φ = Φ / R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*：上界任一点 φ ≡ 1。过 S0 的平行线滑到 CoV = 0 读出 Φ(S0) = 4.693。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97496" y="5675141"/>
            <a:ext cx="4227271" cy="6525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8392" y="5766581"/>
            <a:ext cx="3605479" cy="4696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右图：1 − φ = 蓝（带宽缺口 (R*−R)/R*）+ 橙（不均衡折成带宽 κ·CoV/R*）。S16 0.915、S0 0.821、S1 0.837。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12 个候选 + S28S 参考：旋钮轨迹都不是那根 LP 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3-metric-kno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40636"/>
            <a:ext cx="6903720" cy="38315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8195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每个面板 = 该方案自己的一个旋钮；K = 2000，CoV 仍是 100 拍窗。红线 = LP 上界（CoV ≥ 0.306 后平在 R_max）；红星 = 该方案轨迹上 φ 最大的点（最靠近 LP 拟合线）。S1 按 band 拆成三条。筛选轮与官方 K 的 φ 相差约 0.03，只看形状。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K N O B   ≠   L P   L E V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4589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81196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每条曲线是该方案自己的旋钮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2022572"/>
            <a:ext cx="3404311" cy="5950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每个面板只动一个标量：S0 / ITAG 扫 t_inj，S16 扫 oc，S1 按 band 拆成三条，S29 扫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红星 = 该面板 φ = (R − κ·CoV)/R* 最大的一点，不是官方默认点。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3000375"/>
            <a:ext cx="3770071" cy="159048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227485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S16 的 oc 旋钮是 L 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568861"/>
            <a:ext cx="340431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oc 8→12：R 从 4.23 抬到 5.28，CoV 几乎不动（斜率 ≈ 110–150）。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oc 16→64：R 停在 5.43–5.45，CoV 从 0.13 涨到 0.27（斜率 ≈ 0.4）。拐点在 12–16；κ = 2.18，两段都不是红线斜率。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737163"/>
            <a:ext cx="3770071" cy="15904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926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其余旋钮：竖直、不动、或两边都坏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67824"/>
            <a:ext cx="34043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S28S 竖直（静态等分，不入选）；S19 / S20 / S22 / S1T 几乎不动；S26 两边都坏。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旋钮同时搅动份额、空转和 100 拍窗抖动，不是 LP 的单一 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CoV ≈ 0。可争的总带宽只有约 3 个点，均衡那一侧才是主战场。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CoV_ideal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0.0055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CoV ≈ 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纵轴 φ = (R − κ·CoV)/R*：总带宽减去按理想汇率折成带宽的不均衡，再除以 R*，理想 = 1.0；筛选轮 K = 2000，100 拍窗。横轴 FF‑eq = 等效触发器数。红 = 前沿（同价无人能超）；橙 = 次前沿（去掉前沿后再求 Pareto）。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   +   S E C O N D   F R O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164225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642256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前沿：S0 → S16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83632"/>
            <a:ext cx="335859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筛选轮面积—φ：S0（0 FF‑eq，φ = 0.851）被 S16（900，φ = 0.906）支配。再贵的点 φ 都超不过 S16，所以前沿只有这两点。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官方 K=20000 现算：S0 φ = 0.821 → </a:t>
            </a:r>
            <a:r>
              <a:rPr sz="10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φ =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0.915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3196731"/>
            <a:ext cx="3724351" cy="207066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3526813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次前沿：S26 / I-tag / S22(w32)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868189"/>
            <a:ext cx="335859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去掉 S0、S16 再求 Pareto：S26（1,560，φ = 0.835）、I-tag 调参（3,120，0.873）、S22 深队列（1,198,560，0.886）。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I-tag 不是独立机制，只是 S0 的 t_inj / hold 调参；S22(w32) 用百万级 FF 换 0.886，仍低于 S16。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5413699"/>
            <a:ext cx="3724351" cy="9139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5505139"/>
            <a:ext cx="3102559" cy="7310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官方点 S22 / S29 / S1 的 φ 为 0.841 / 0.852 / 0.837，都在两条前沿之外。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hot 流量：φ 无效，直接读 R/R* 与 CoV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39791"/>
            <a:ext cx="7498079" cy="3233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82800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hot：十核全写 HA 11 / 13。R* = r_max = 2.0，κ_hot = 0，公平免费。每核 outstanding 固定 128（全文口径）。S16 授权 overcommit = 32。柱 = R/R*，紫点 = CoV。灰柱 S28S 仅作参考。K = 2000。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C A P A C I T Y   F I R S T ,   T H E N   F A I R N E S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92192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3890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outstanding = 128，S16 授权 oc = 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5266"/>
            <a:ext cx="280995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S16 带宽 58.0% R*、CoV 0.204，几乎等于官方 oc = 20 的 57.8%。同口径 S0 = 74.0%，S19 = 98.9%。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授权 oc 是 HA 同时在飞的 DBIDResp 上限，不是 per-core outstanding。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476408"/>
            <a:ext cx="3175711" cy="17083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672630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放宽授权救不了 tracker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4014006"/>
            <a:ext cx="2809951" cy="1011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10 × 128 = 1280 条 REQ 压到 2 个 HA，tracker 512 在授权之前就溢出。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oc 20 → 32 几乎不动柱高。要把 outstanding 压进 tracker （对照 outstanding = 32 时 S16 = 99.7% R*）。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331092"/>
            <a:ext cx="3175711" cy="99655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422532"/>
            <a:ext cx="2553919" cy="813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φ 在本 pattern 下无效（κ_hot = 0），只读 R/R* 与 CoV。S16 失效条件 = 每核 outstanding × 热簇核数 &gt; HA tracker。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旋钮轨迹汇总：三种形状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8-knob-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47027"/>
            <a:ext cx="7589520" cy="34188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75564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前沿 / 次前沿各扫一个旋钮；K = 2000。红线 = LP 上界；红星 = 该轨迹上 φ 最大的点（最靠近 LP 拟合线）。单旋钮细页见附录 A。S28S 不收录。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S H A P E S ,   N O T   O P E R A T I N G   P O I N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8507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727591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L 形：S16 overcommit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68967"/>
            <a:ext cx="27185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拐点 oc ≈ 12–16 之前带宽白拿；之后只涨 CoV。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φ 最大在 oc = 16；官方 oc = 20 在拐点右侧，留给 RTT 余量，本页不标。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405225"/>
            <a:ext cx="3084271" cy="185074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724640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竖直 / 不动 / 两边都坏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4066016"/>
            <a:ext cx="27185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S21 / S21+eq 近竖直（限流）；S22(w32) 几乎不动；S26 两边都坏。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筛选轮与官方 K 的 φ 相差约 0.03，本页只看形状。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402275"/>
            <a:ext cx="3084271" cy="92537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493715"/>
            <a:ext cx="2462479" cy="7424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单旋钮页移入附录 A，避免主线被八张同版式扫描打断。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各方案的各核完成时间曲线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4-finish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54556"/>
            <a:ext cx="7863840" cy="4403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68035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12 个方案，同一 fabric、K = 20000 uniform 写；每格十条线 = 十核累计上环 WriteData / 配额，虚线 = 最早与最晚完成时刻。S1U / S1D 与 S1 / S0 逐拍相同，不重复。S28S 是 hop 静态等分，不适用于动态非均匀流量，未画。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4815" y="1060704"/>
            <a:ext cx="28099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O   F I N I S H E S   L A S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14815" y="1408176"/>
            <a:ext cx="2809951" cy="21996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97695" y="1665361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三种形态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5" y="2006737"/>
            <a:ext cx="244419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六快四慢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（S0 1.382、S1T 1.385、S19 1.382、S20 1.400）：S0 完成时间 52,212–72,131。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收得很齐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1.000。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中间态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（S22 1.112、S29 1.161、S1 1.217）：慢核仍慢，差距收窄。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14815" y="3754136"/>
            <a:ext cx="2809951" cy="174455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5" y="3944805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拐点的含义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5" y="4286181"/>
            <a:ext cx="244419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六快四慢的方案里，慢核曲线在快核完成瞬间斜率抬升 —— 瓶颈是满载环上的上环机会，不是慢核自身。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S16 完成时间 70,855–70,880，带宽 +1.7%。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14815" y="5644995"/>
            <a:ext cx="2809951" cy="68265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5711" y="5736435"/>
            <a:ext cx="2188159" cy="4997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完成时间比是长期速率比的另一种读法；它和 100 拍 CoV 不是同一件事，见下页。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完成时间跨度 vs 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W O   R E A D I N G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25 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S16 十核最早与最晚完成时刻之差（70,855–70,880）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S0 为 19,919 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5-finish-sp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58581"/>
            <a:ext cx="8241487" cy="272696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976983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左：每个方案十核从最早到最晚完成的区间（千拍），右端数字 = 最晚 / 最早；右：100 拍 CoV 与完成时间比的散点。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两个口径给出不同排序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CoV 0.4817 高于 S1 的 0.2424，完成时间比却是 1.308 对 1.217：背压把所有核一起拖慢，长期份额反而接近。S22 CoV 0.3318，完成时间比 1.112。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S16 两项一起动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S16：CoV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、完成时间比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、总带宽 +1.7%。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对架构评审的意义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瞬时 CoV 回答「任一 100 拍里有没有核被饿」，完成时间比回答「一批工作最后是谁拖尾」；两者都要看，S1 的 CoV -0.149 对应完成时间比 1.217（S0 为 1.382）。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三个落地候选、两个研究对照：机制示意 + 与 S0 / S1 的同口径实测；S16 / S22 / S29 各保留微架构页。时间线走读见附录 B。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是主方案。事务层不可改时走环仲裁分支：看长期份额选 S22，看 100 拍瞬时选 S29（便宜 3.1 倍）。S19 / S20 只用于验证 requester 动态窗口的边界。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控制环时间常数：S16 为何结构上赢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I M E   T O   A C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从检测到动手，各方案要等多少拍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649397"/>
            <a:ext cx="2599867" cy="2162708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505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S16 · 0 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47567"/>
            <a:ext cx="219753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：本地事件（授权完成 / REQ 到达）。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：无总线。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窗口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：事件驱动。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动手延迟 = 0。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649397"/>
            <a:ext cx="2599867" cy="21627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964042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S22 · 30 + 32 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361044"/>
            <a:ext cx="2197531" cy="1172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：6 bit 进度总线。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：固定 30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窗口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：32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赤字永远是上一窗的均值。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649397"/>
            <a:ext cx="2599867" cy="21627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505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S29 · 30–46 拍快照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47567"/>
            <a:ext cx="219753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：固定日历 + 1 bit 需求。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：需求字 30 拍后生效。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采样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：每 16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不知道谁落后，按核号轮转。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649397"/>
            <a:ext cx="2599867" cy="21627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505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S1 · 30 + 64 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47567"/>
            <a:ext cx="219753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触发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：3 bit × 2 向等级。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反馈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：固定 30 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窗口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：64 拍 AIMD。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闸门只能扣住，让出的槽被沿途吃掉。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S16 赢在控制点（completer 下环口）和时间常数（事件驱动），不是因为调参运气好。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选取规则：oc ∈ [拐点 16，自然占用 RTT·λ_HA ≈ 32)。官方点 20 是留给 RTT 变化的余量，不是 core_outstanding。取到 128 就扣不住授权，S16 退化成 S0。同一规则解释 hot：λ_HA 变大而 oc 不变，授权窗口相对过窄，见 29 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实测：写侧有效；1 flit 读 S16-R 搬不动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M E A S U R E D   ·   W R I T E   +   R E A D - 1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0.1897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S16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总写带宽 +1.7%，整窗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09849"/>
            <a:ext cx="8241487" cy="2540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74147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20000，WriteData 2 flit）；右两幅 = 只读 workload，CompData = 1 flit（K = 5000）。每幅内三根柱依次 S0 / S1 / S16，橙虚线 = R*。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写：低代价把份额搬回去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，总带宽 +1.7%，φ 0.821 → 0.915。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账本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：makespan 72,150 → 70,923（−1.7%）；绕环重发 1,270 → 22；E-tag 2,783 → 50。+1.7% 几乎全部来自消掉重发。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只读 1 flit：S0 和不均的写同一形态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S0：CoV 0.3239、max/min 2.2821、带宽 95.15% R*。慢核仍是 C0 / C8 / C10 / C18。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S16-R：CoV 0.3239、max/min 2.2810、带宽 +0.0% —— 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与 S0 在噪声里，授权重排搬不动环上 hop。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1 flit 读里真正动了的是 S1-R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S1-R：CoV 0.2214、max/min 1.1776、带宽 +0.2%。HA 侧 AIMD 收的是注入，不是授权顺序。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128 B 读仍然齐，见后两页；本页读侧改成与写对称的 1 flit。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读侧补充：CompData = 1 / 2 / 4 flit 时 S0 的不均衡度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A D - S I D E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2.2821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CompData = 1 flit 时 S0 读侧 max/min（2 flit = 1.0101）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与写侧的 1.8485 同量级，同一组慢核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0-read-pay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30790"/>
            <a:ext cx="8241487" cy="249830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720532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读，K = 5000 笔/核，REQ 1 flit，CompData 1 / 2 / 4 flit（64 / 128 / 256 B）；右一横轴归一到各自的争用窗长度。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flit：不均最大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2.2821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，100 拍 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0.3239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；C0 / C10 最慢、C8 / C18 次之 —— 与写侧同一组慢核。总带宽 5.4371。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flit 齐；4 flit 长期齐、瞬时抖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flit：max/min 1.0101、CoV 0.1298。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4 flit：max/min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1.0054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——每笔 4 flit 的突发让 100 拍箱内份额抖动，长期份额不受影响。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为什么 1 flit 会不均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 flit 最忙 hop 是 7:1:dat，占用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0.982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。每笔 REQ 与 CompData 各 1 flit，两向负载对称，写侧的注入几何经 REQ 方向回到读侧。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/ 4 flit 最忙 hop 仍是 DAT（0.994 / 0.974），CompData 由 HA 侧发出，各核等齐。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读侧各核完成时间：1 flit 六快四慢，2 / 4 flit 十线重合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A D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900" b="1">
                <a:solidFill>
                  <a:srgbClr val="D20A2E"/>
                </a:solidFill>
                <a:latin typeface="Arial"/>
              </a:rPr>
              <a:t>1.462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1900" b="1">
                <a:solidFill>
                  <a:srgbClr val="D20A2E"/>
                </a:solidFill>
                <a:latin typeface="Arial"/>
              </a:rPr>
              <a:t>1.007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1900" b="1">
                <a:solidFill>
                  <a:srgbClr val="D20A2E"/>
                </a:solidFill>
                <a:latin typeface="Arial"/>
              </a:rPr>
              <a:t>1.004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523744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完成时间比 · CompData 1 / 2 / 4 flit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只有 1 flit 出现写侧的形态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310128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1-read-payload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292901"/>
            <a:ext cx="8241487" cy="26663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405070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同上三组；纵轴 = 已收到 CompData / 本核配额，红 = 邻 mem = 1 的四核，蓝 = 其余六核。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完成时间 6,288–9,195，比值 1.462；慢核曲线在快核完成后抬升，与写侧 S0 同一形态。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/ 4 flit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1.007 与 1.004，十条线不可分。4 flit 的抖动只在 100 拍尺度出现，累计曲线上看不到。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对建议的影响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若 workload 含大量 64 B 读，S16-R 搬不动（见前页），要动的是源端（S1-R 把 max/min 收到 1.18）；128 B 及以上读维持现状。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微架构：HA 内部新增的三张小表和一条决策规则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2-s16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灰框 = 基线 HA 已有；红框 = S16 新增。REQ 从左侧下环进 tracker，授权决策读三张小表后驱动已有的 DBIDResp 发送器。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98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044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 HA 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1822"/>
            <a:ext cx="285567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outstanding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：5 bit，在飞授权数 （上限 20）；授权 +1，一笔写的末 flit 落地 −1。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served[c]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10 bit 饱和计数，每授权 +2 flit，定期同减最小值。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待授权计数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6 bit，外加 tracker 每条目 1 bit「已授权」标志。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4306"/>
            <a:ext cx="3221431" cy="14688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69510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决策只有两条规则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210886"/>
            <a:ext cx="2855671" cy="7936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直通：在飞 &lt; 20 且无人等待 → 到达即授权，轻载零延迟。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排队：从有等待的核里选 served 最小者（同值取小核号），取其最老的未授权条目发 DBIDResp。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99456"/>
            <a:ext cx="3221431" cy="102819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390896"/>
            <a:ext cx="2599639" cy="845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无周期控制环、无总线、无新报文。成本口径 900 FF‑eq：10 bit 计数 + 2 比较 + 1 加法，×10。授权流向走读见附录 B。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E F E R E N C E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128。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-0.8%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S19 相对 S0 的总写带宽（S20 见右卡）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3920" y="1024128"/>
            <a:ext cx="7900206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619154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CoV、整窗最快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5.4976（-0.8%）、CoV 0.3888、max/min 1.8767。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5.4430（-1.8%）、CoV 0.3906、max/min 1.9651。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参考结论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两者都基本保住总带宽，但 CoV 与长期速率差几乎没有离开 S0。这说明 requester 窗口能限制注入量，却没有把瓶颈 hop 的服务机会从快核搬给慢核。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仅保留为 source-side 控制对照，不进入最终架构建议。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越线举手 = 落后核要发（要槽），不是停发。领先核看见举手后，才停发「会骑过落后核出向 hop」的那一拍。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W H O   S E N D S ,   W H O   Y I E L D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1641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60427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举手是本核要发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2001803"/>
            <a:ext cx="230703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赤字 = 十核进度均值 − 自己。越过 0.5，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本核举手 =「给我上环机会」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落后核继续发，而且从不让路。让路是单向的：槽只流向更落后的核。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270897"/>
            <a:ext cx="2672791" cy="186567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474567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不发的是领先核，而且只停一拍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15943"/>
            <a:ext cx="2307031" cy="1153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领先核检查：我这一拍要发的 flit，会不会骑过举手者的出向 hop？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会 → 本拍不发这个 flit；能改发一个更早下环的就改发，自己的 hop 不空转。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不会挡住举手者 → 照常发。不是关掉整个方向。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282872"/>
            <a:ext cx="267279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374312"/>
            <a:ext cx="205099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S1 没额度就整拍不上环（门控）。S22 只让出「这一拍、这个挡路位置」。K = 2000 同轮：S23 门控付 1.50%，S22 让位付 0.15%。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0.3318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S22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总写带宽 -0.3%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6233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465575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5733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3328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S22：CoV 0.3318，带宽 -0.3%，max/min 1.2056，13,920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S1：CoV 0.2424，带宽 -4.2%，max/min 1.3931，21,220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1548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7540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 CoV 0.1897、带宽 +1.7%。S22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瞬时不均衡度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拍算一次十核带宽的 CoV 再聚合）问的是：在任意一小段时间里，十个核是不是同时都在被服务。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1.8485 意味着最快的核长期比最慢的核快 85%。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微架构：信号侧 8 个部件 + 仲裁侧插入的两级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4-s22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信号侧：本窗上环数 → 6 bit 总线 → 10 项表 → 加法树 → 赤字 → 请求 FSM；下 = 仲裁侧：在已有的 I‑tag 判定之后插入跨越判定与前瞻。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54228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227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3651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ok_win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6 bit 饱和计数；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cum_bus 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10 × 8 bit；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deficit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×10，钳位 ±64；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请求 FSM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×10：≥ 0.5 举、≤ 0 撤、hold 16 拍到期强制撤。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96767"/>
            <a:ext cx="3221431" cy="190949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346267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仲裁侧插在哪一级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687643"/>
            <a:ext cx="285567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候选 DAT flit 先过已有 I‑tag 判定，再问：有没有请求者 h，deficit[h] ≥ 我的 + 3.0 且 h 在这个 flit 的剩余路径上？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有 → 往后 8 深找一个目的地不同、不跨任何请求者的 flit 顶替；找不到才让出本拍。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52571"/>
            <a:ext cx="3221431" cy="117507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44011"/>
            <a:ext cx="2599639" cy="9921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13,920 = 总线 120 + 表 1,600 + 计数 200 + 运算 12,000；运算里加法树 7,200（360 × 20）。时间线走读见附录 B。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日历触发的限域让路（4,440 FF‑eq） · 调度型 / 无拥塞信号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0-s29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触发：一张 20 拍的固定日历，加每核 1 bit 需求位；下 = 执行：与 S22 完全同一套环仲裁让位。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A R B I T R A T I O N   B R A N C H   ·   C H E A P E S T   P O I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0691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510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6485"/>
            <a:ext cx="2855671" cy="1390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：没有检测。触发是一个 5 bit 帧计数器，常量、无收敛过程、无控制环路。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：10 bit 需求字（每核 1 bit「我有 WriteData 排队」），每 16 拍刷新 —— 仅用于回收空闲核的时隙。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：轮到某核时，会骑过它出向 hop 的上游核让出一个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④ 控制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：让位，不是门控；队列深度维持出厂 8 / 12。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23636"/>
            <a:ext cx="3221431" cy="16668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2271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它是 S22 的廉价版，不是新执行器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64095"/>
            <a:ext cx="2855671" cy="963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执行器与 S22 逐字相同，省下来的是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触发侧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：不播进度、不算均值、不比赤字，10 项表与 10 输入加法树整块消失 ——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13,920 → 4,440 FF‑eq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代价是它不知道谁落后：日历按核轮转，而不是按「谁被拖慢了」轮转。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436761"/>
            <a:ext cx="3221431" cy="89088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528201"/>
            <a:ext cx="2599639" cy="7080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定位：不在 Pareto 前沿（S16 全面更优），但是「只动环仲裁、不碰事务层」这一支上最便宜的点。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4871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24871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3400" b="1">
                <a:solidFill>
                  <a:srgbClr val="D20A2E"/>
                </a:solidFill>
                <a:latin typeface="Arial"/>
              </a:rPr>
              <a:t>0.2352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48716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S29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总写带宽 -3.0%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16352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1-s29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20054"/>
            <a:ext cx="8241487" cy="2727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3280" y="3939310"/>
            <a:ext cx="82414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五根柱依次 S0 / S1 / S22 / S16 / S29；橙点线 = S1 的水平，橙虚线 = 理论上限 R*。写侧 K = 20000，与前面各页同口径。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657029"/>
            <a:ext cx="3527450" cy="16706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581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18115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S29：带宽 5.3795，CoV 0.2352，max/min 1.2994，4,440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S1：带宽 5.3134，CoV 0.2424，max/min 1.3931，21,220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622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 S22：两口径各赢一个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22135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0.2352 对 S22 的 0.3318（S29 赢瞬时）；max/min 1.2994 对 1.2056（S22 赢长期份额）。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带宽 -3.0% 对 -0.3%。日历不知道谁落后。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8581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hot 必须用同一 outstanding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18115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oc = 128：S29 76.3% R*，S22-stock 73.4%。oc = 32：S29 98.7%，S22-stock 98.8%。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日历是常量，需求位是本地事实，不含 pattern 先验。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微架构：删掉 S22 的表与加法树，触发换成日历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6-s29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触发侧：5 bit 帧计数器查常量表得到持有者，需求位决定该时隙是否有效；下 = 仲裁侧：与 S22 同一块逻辑，「请求者集合」换成「单一持有者」。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41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54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帧计数器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5 bit（t mod 20）；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持有者表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项常量；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demand 寄存器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bit，30 拍后整字替换；需求位每 16 拍由「本地 DAT 队列非空」产生。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仲裁侧逐字复用 S22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跨越判定的第一个操作数从「赤字更大的请求者」换成「本拍持有者」；不再比赤字，只查一个 bit。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前瞻加深到 32；HA 节点不让位。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4,440 = 总线 200 + 计数 240 + 运算 4,000。相对 S22（120 + 1,600 + 200 + 12,000）删掉表与加法树。日历走读见附录 B。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假设与边界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S S U M P T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本材料成立的前提，以及明确不做的事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9267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测量口径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323767"/>
            <a:ext cx="2197531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HA think time = 0；闭环批量每核 K 笔；官方点 K = 20000，筛选轮 K = 2000。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两套 K 的 φ 相差约 0.03，旋钮页只看形状。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3040242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流量与拓扑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437244"/>
            <a:ext cx="2197531" cy="1020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只测 uniform tiled 与 hot（HA 11/13）。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单 plane、时延最短路由、placement 视为固定约束。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3040242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物理约束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437244"/>
            <a:ext cx="2197531" cy="1020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总线延迟 30 拍不是旋钮。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每核 outstanding = 128 不是扫描轴；hot 下它会溢出 HA tracker。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725597"/>
            <a:ext cx="2599867" cy="20103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9267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后续实验，不是本次结论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323767"/>
            <a:ext cx="2197531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改 floorplan / 把 N9、N19 换成 HA，是几何根因的自然解法。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动态混合流量、多 plane、HA think &gt; 0 未覆盖。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S28S 是 hop 静态等分，只对固定份额成立，不适用于动态非均匀流量，不入选。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E I G H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从现象、根因、理论上界到可实现机制，形成完整证据闭环。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问题已经收敛为一个架构决策：能改 HA 授权调度就验证 S16；事务层不能改，则在 S22（长期份额）与 S29（瞬时 / 面积）之间取舍。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三项确定结论 + 一个架构决策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容量问题已闭环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最忙 hop 利用率 98.78%；相对 R* 的 2.98% 缺口已按拍拆成有效载荷、绕环重发和空转，账目无残项。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结论：当前问题不是带宽没打满，而是满载时服务机会分配不均。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公平性是结构问题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六快四慢随时间稳定存在；即使完全抹平瞬时抖动，CoV 仍有 0.2663 的地板，核间长期速率比为 1.8485。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结论：只整形发包时机不够，必须在瓶颈处重新分配服务机会。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154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上界与评价口径已建立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12413"/>
            <a:ext cx="2197531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由逐链路占用约束求得 R(CoV) 理论边界与等速率上限 R* = 5.7143；边界在 CoV 坐标下是直线，给出单一标量 φ = (R − 2.177·CoV)/R*（S16 0.915、S0 0.821）；再用 100 拍 CoV、完成时间比、硬件 FF‑eq 和流量迁移统一评估。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结论：方案优劣来自同一上界下的可量化差距，不依赖经验判断。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53396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控制点决定方案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50398"/>
            <a:ext cx="2197531" cy="21942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S16 在 HA 授权点直接重排服务：900 FF‑eq，CoV 0.1897，max/min 1.0001，总带宽 +1.7%，φ 0.915。失效条件：oc × 热簇核数 &gt; HA tracker（见 29 页）。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第 21 页空白格已核对无既有保留方案；S26 / S27 结构性失效，S28 不动均衡，S28S 静态等分不入选。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若事务层不可改：S22 赢长期份额（max/min 1.2056，φ 0.841），S29 赢瞬时 CoV（0.2352，φ 0.852，面积 1/3）。S19 / S20 仅作对照。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D20A2E"/>
                </a:solidFill>
                <a:latin typeface="Microsoft YaHei"/>
              </a:rPr>
              <a:t>架构决策只剩：HA 授权调度能不能改。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本研究完成了「现象复现 → 逐拍归因 → 理论上界 → 机制设计 → 硬件代价 → 流量迁移」闭环，并把开放问题压缩为一项可决策的架构边界。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一主两备，明确研究边界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44368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主方案 · S16 写侧授权保留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19500"/>
            <a:ext cx="2160955" cy="14750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：在 HA / memory controller 内验证 DBIDResp 授权排队与最少服务优先。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价值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：uniform 下离理论上界最近（φ 0.915）、硬件最低（900 FF‑eq），带宽 +1.7%。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门槛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：oc_core ≤ tracker / n_core ≈ 51，或与 requester 窗口配合；hot + oc = 128 时 S16 先掉容量。确认 HA 授权时序与 CHI 合规。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备选甲 · S22 环上赤字让路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：HA 事务调度不可改，但允许调整 ring arbitration。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验证重点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：6 bit 进度总线、30 拍反馈、让路范围。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：环仲裁分支里赢长期份额（max/min 1.2056，13,920 FF‑eq）。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04130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备选乙 · S29 日历让路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438304"/>
            <a:ext cx="2160955" cy="149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：同上，且希望压硬件。执行器与 S22 相同。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：4,440 FF‑eq（S22 的 1/3）；带宽 -3.0%，CoV 0.2352。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：环仲裁分支里赢 100 拍瞬时、面积最便宜。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4436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边界 · 明确不进入建议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41370"/>
            <a:ext cx="2160955" cy="17965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：仅作 requester-side 对照；实测公平性几乎不变。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S26 / S27 / S28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：路由、背压、显式速率三类实测均劣于 S0，不再推进。</a:t>
            </a:r>
            <a:r>
              <a:rPr sz="850" b="1">
                <a:solidFill>
                  <a:srgbClr val="20242C"/>
                </a:solidFill>
                <a:latin typeface="Microsoft YaHei"/>
              </a:rPr>
              <a:t>S28S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 是 hop 静态等分，不适用于动态非均匀流量。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读侧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：128 B CompData 下 S0 已达 CoV 0.1298、max/min 1.0101，维持现状；64 B 只读会重现六快四慢（max/min 2.2821），S16-R 几乎不动，S1-R 把 max/min 收到 1.1776。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请架构组只决策一件事：是否允许 HA 改变授权的时机与对象。允许则进入 S16 微架构验证；不允许则转入环仲裁原型，在 S22 与 S29 之间按面积预算取舍。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允许修改：进入 S16 微架构验证（并核对 oc × 热簇 ≤ tracker）；不允许修改：进入环仲裁原型（S22 赢长期份额，S29 赢瞬时 / 面积）。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A P P E N D I X  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单旋钮扫描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前沿 / 次前沿每个方案只动一个标量。K = 2000，只看轨迹形状，不改官方点。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H O W   T O   R E A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红线 = LP 上界；折线 = 该旋钮走出的 (R, CoV)；星 = 筛选轮工作点。S16 是 L 形；其余竖直、不动或两边都坏。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S0：扫 I-tag 饥饿阈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t_inj；星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t _ i n j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/ hot 页前沿（0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t_inj：连续上环失败多少拍才升 I-tag。off = 关掉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这是基线自己的唯一旋钮，不是拥塞控制器。筛选轮 K = 2000，只看形状。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5.309 到 5.500（Δ = +0.190）；CoV 从 0.190 到 0.352。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t_inj = 16：R = 5.386，CoV = 0.343。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S16：扫授权超额 overcommit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overcommit；星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o v e r c o m m i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/ hot 页前沿（900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overcommit：completer 同时在飞的授权上限。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旋钮是 L 形：oc ≈ 12–16 之前带宽白拿，之后只涨 CoV。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3.309 到 5.458（Δ = +2.149）；CoV 从 0.067 到 0.291。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overcommit = 20：R = 5.432，CoV = 0.220。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S26：扫绕远跳数上限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route_max_extra；星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e x t r a   h o p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76836"/>
            <a:ext cx="2809951" cy="4815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/ hot 页次前沿（1,560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240716"/>
            <a:ext cx="2809951" cy="6517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route_max_extra：最短路之外最多允许多走几跳。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只看本节点两个出向的失败率 EWMA，无 pattern 常数。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4.907 到 5.453（Δ = +0.546）；CoV 从 0.270 到 0.343。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route_max_extra = 2：R = 5.407，CoV = 0.291。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I-tag：扫 t_inj（hold 固定为 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I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t_inj；星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S 0   R E T U N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759719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页次前沿（3,120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101095"/>
            <a:ext cx="280995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t_inj：与 S0 同一旋钮，但 itag_hold 冻在 Pareto 点的 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不是独立机制；留在名单只因它在次前沿上。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5.238 到 5.493（Δ = +0.255）；CoV 从 0.119 到 0.299。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t_inj = 2：R = 5.392，CoV = 0.185。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S22(w32)：扫赤字阈值 dfc_margin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2w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dfc_margin；星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d f c _ m a r g i 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91021"/>
            <a:ext cx="2809951" cy="4815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Pareto 页次前沿（深队列 + 窗 32，1,198,560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254901"/>
            <a:ext cx="2809951" cy="623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dfc_margin：落后多少才请求让路。窗与队列冻在 w32 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信号是总线上的达成量，不编译 λ*。轨迹几乎不动。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5.503 到 5.536（Δ = +0.033）；CoV 从 0.187 到 0.213。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dfc_margin = 3.0：R = 5.536，CoV = 0.213。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S29：扫日历时隙 slot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tdma_slot；星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s l o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660427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hot 页次前沿（4,440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001803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tdma_slot：每个核一次占用出向 hop 的拍数。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日历是拓扑常量，需求位是本地事实，不含 pattern 先验。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4.358 到 5.221（Δ = +0.864）；CoV 从 0.203 到 0.270。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tdma_slot = 2：R = 5.152，CoV = 0.203。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S21：扫漏桶余量 headroom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pace_headroom；星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h e a d r o o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759719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hot 页次前沿（4,960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101095"/>
            <a:ext cx="280995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pace_headroom：把测到的达成速率放大多少再写入漏桶。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速率从本核已拿到的量自时钟，不写死份额。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2.750 到 4.258（Δ = +1.508）；CoV 从 0.063 到 0.326。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pace_headroom = 1.5：R = 4.258，CoV = 0.063。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A · S21+eq：扫漏桶余量 headroom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6-knob-S21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24425"/>
            <a:ext cx="7498079" cy="46640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98166"/>
            <a:ext cx="74980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100 拍窗 CoV，纵轴 = 总写带宽 R；红线 = LP 上界；折线 = 只动 pace_headroom；星 = 筛选轮工作点。K = 2000，只看轨迹形状，不据此改官方点。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9055" y="1060704"/>
            <a:ext cx="317571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A P P E N D I X   A   ·   h e a d r o o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9055" y="1408176"/>
            <a:ext cx="3175711" cy="171641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31935" y="1759719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hot 页次前沿（6,880 FF‑eq）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1935" y="2101095"/>
            <a:ext cx="280995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pace_headroom：测到的达成速率放大多少再写入漏桶。均衡开着，tol 冻在 0.02。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比的是总线上的实测达成量，不是 λ*。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49055" y="3270897"/>
            <a:ext cx="3175711" cy="186567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31935" y="3597775"/>
            <a:ext cx="280995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这一扫走了多远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1935" y="3939151"/>
            <a:ext cx="280995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R 从 0.642 到 4.258（Δ = +3.616）；CoV 从 0.063 到 0.321。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工作点 pace_headroom = 1.5：R = 4.258，CoV = 0.063。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9055" y="5282872"/>
            <a:ext cx="3175711" cy="104477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59951" y="5374312"/>
            <a:ext cx="2553919" cy="8618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>
                <a:solidFill>
                  <a:srgbClr val="FFFFFF"/>
                </a:solidFill>
                <a:latin typeface="Microsoft YaHei"/>
              </a:rPr>
              <a:t>筛选轮 K = 2000 与官方 K = 20000 的 φ 相差约 0.03；S28S 是 hop 静态等分，不适用于动态非均匀流量，不收录。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A P P E N D I X  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时间线走读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S16 / S22 / S29 各一页逐拍示例，对应正文微架构页。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W H Y   H E R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主线保留微架构以体现可实现性；走读放附录，避免打断决策节奏。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B · S16 工作示例：授权是怎么流向落后核的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3-s16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示意 overcommit = 2（实际 20，逻辑逐字相同）。左 = 报文时序；右 = HA 三张表在每一步之后的值，红字是那次改变结果的比较。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94733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8492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六步看懂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9868"/>
            <a:ext cx="285567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①② C0 两笔 REQ 直通授权，在飞到 2。③ C2 的 REQ 只能等。④ C0 第三笔也等。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⑤ C0 第一笔写完 → 空出的名额给 served 最小的 C2，不是先到的 C0。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⑥ 再空一个名额才轮到 C0。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501813"/>
            <a:ext cx="3221431" cy="155786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712614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为什么带宽反而 +1.7%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053990"/>
            <a:ext cx="285567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名额一空立刻补，在飞授权始终顶在上限，HA 下环口没有一拍空转。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makespan 72,150 → 70,923；绕环重发 1,270 → 22；E-tag 2,783 → 50。增量几乎全部来自消掉重发。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05984"/>
            <a:ext cx="3221431" cy="112166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97424"/>
            <a:ext cx="2599639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读侧同一套状态可照搬，但正文已证明 128 B 读没有待解决的问题。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B · S22 时间线：一个 64 拍控制窗里发生了什么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5-s22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事件（时间轴分段缩放，93–109 拍放大）；下 = 落后核 C4 与领先核 C2 的赤字轨迹（示例数值）。红色阴影 = C4 请求有效期。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7714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从测到动要 30 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112871"/>
            <a:ext cx="285567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窗末 t = 63 播出 6 bit 计数，t = 93 才送达。这 30 拍里没有人让位 —— 赤字信号永远是 30 拍前的均值，这是它比 S16 慢的结构原因。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62269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请求怎么撤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964072"/>
            <a:ext cx="285567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上环即扣 1，赤字 ≤ 0 就撤，不等下一窗；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hold 16 拍到期无论如何撤 —— 请求拦不住 transit。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margin 3.0：只向比自己至少多落后 3 flit 的请求者让位。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附录 B · S29 时间线：日历、需求位与一次让位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7-s29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两帧日历（每核 2 拍）与需求字的采样 / 生效时刻；下 = 时隙 C6 的两拍里，上游 C2 的两个候选 flit 各自的命运。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9275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485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日历保证什么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89971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每核每 20 拍拿到 2 拍路权，100 拍公平窗里 5 次；硬保证，不靠收敛。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无需求的核其时隙自动作废，那 2 拍谁都可以上。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47235"/>
            <a:ext cx="3221431" cy="177336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76464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需求字是 30–46 拍前的快照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06019"/>
            <a:ext cx="28556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 = 15 采样、t = 45 生效。刚排空的核最多再「占」46 拍时隙。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66901"/>
            <a:ext cx="3221431" cy="116074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58341"/>
            <a:ext cx="2599639" cy="977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它不知道谁落后：让位方向按核号轮转。这就是 S29 对 S22 带宽 -3.0% vs -0.3% 的来源。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65 / 65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
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控制点，空着的四类补齐并同口径实测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-10.4%；S1T 把带宽收回后，CoV 回到与 S0 同一水平。信号细分显示 S1 的等级完全由上环失败驱动，下环偏转在 uniform 写下不贡献信息。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三个工作点在带宽—CoV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4.9686（-10.4%）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5.4574（-1.6%）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+9.8%，CoV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下环偏转，量化成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：乘性减由本节点上环失败触发；无缓存环上这些失败多数来自 transit。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3,150 / 941,002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全程下环偏转 / 上环失败累计次数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下环计数远小于上环，等级几乎由上环单独决定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写；右一 = S1 全程每核两路原始信号的累计计数（对数轴）。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8423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4415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时拥塞等级只由本节点 64 拍窗内的上环失败计数决定，总线 down 字段恒为 0；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只由下环偏转决定；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max。AIMD 参数、30 拍总线、受控节点表全部相同。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20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实测：两档各与一端逐拍重合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973"/>
            <a:ext cx="3125114" cy="102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 =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68,843–80,469。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 = S0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：5.5419 / 0.3911 /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四组曲线两两完全一致，不是近似。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原因在信号量级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941,002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次、下环偏转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3,150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次；等级 = 计数 ÷ 8，下环这一路几乎到不了等级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S1 现有等级实际就是上环失败等级；uniform 写下 down 字段不携带信息，省去这 3 bit 不改变任何结果。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1.381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最早：S1D（= S0）→ S1U（= S1）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S1D（= S0）：六快四慢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52,212–72,127，比值 1.381。快核完成的瞬间慢核斜率抬升 —— 慢核不是能力不足，是满载时抢不到上环机会。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S1U（= S1）：整体推后、差距收窄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1.169，四慢核依然是同一组核。全部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128；每类的工作点由该类自己的参数网格选出。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5.114 / 0.4328 / 1.6245 —— 带宽 -7.8%，CoV 高于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3.602 / 0.4817 / 1.5629 —— 带宽 -35.0%，不均衡度还比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反馈）5.268 / 0.3811 / 2.1129 —— 带宽 -5.0%，公平几乎不动：不公平不在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静态等分）3.347 / 0.1083 / 1.0229 —— 全研究最低的不均衡度，代价带宽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9530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36678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S29：5.380 / 0.2352 / 1.2994；S1：4.969 / 0.2169 / 1.3348。总线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S29 复用 S22 的让位：让出的槽是指名的。官方 K=20000 工作点见后文实测页。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0.787。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0.787。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(0.3911, 5.544)：带宽 97.02% R*，但多付 0.3911 的不均衡；S28S (0.1083, 3.347)：够均衡但带宽 -39.6%；S27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0.915、S0 0.821、S1 0.787、S27 0.447。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 31 页把 13 个方案各自的旋钮轨迹画全：只有 S16 的一段贴近等 φ 线，其余都是折线、竖线或一团点 —— 旋钮不是 LP 那根杠杆。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筛选轮（K=2000）上：S16 oc 16→12、S29 slot 2→1、S1 spec cap 沿等 φ 线移动时，预测 CoV 是实测的下界。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过拐点的档（S1 spec→harsh）预测失效 —— 见 ③。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官方 K=20000 工作点用同一公式现算：S16 φ = 0.915，S0 φ = 0.821。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筛选轮上 S16 的 oc 段 ε 最高；S29 slot、S1 cap、S28 都明显低于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+0.094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；S1 − S0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-0.034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等速率等效带宽之比：S16/S0 = 1.114，S0/S1 = 1.044。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离理想控制器的距离之比。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φ 的差值可直接读成 flit/cycle，并按理想汇率拆成带宽项与均衡项。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71365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703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硬件 Pareto 来自 K=2000 筛选轮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8410"/>
            <a:ext cx="335859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左图是筛选轮的面积—φ，用来排除明显不值的点；官方口径是 K=20000、outstanding = 128，φ 用下一句现算。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官方点：S0 φ = 0.821（0 FF‑eq）→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FF‑eq）；S22 φ = 0.841（13,920）；S29 φ = 0.852（4,440）；S1 φ = 0.787（21,220）。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268133"/>
            <a:ext cx="3724351" cy="202782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6777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补齐的四类：官方点仍未进前沿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09147"/>
            <a:ext cx="3358591" cy="13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S26 φ = 0.730；S27 φ = 0.447；S28 φ = 0.777；S28S φ = 0.544；S29 φ = 0.852。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除 S29 外，四个新点的 φ 都低于 S0 的 0.821 —— 不是被 S16 挤掉，是连「什么都不做」都没超过。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是环仲裁分支上最便宜的点（4,440 FF‑eq，S22 的 1/3）。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判据是「离理想控制器有多近」：官方 K=20000 上 S16 把 φ 从 0.821 推到 0.915。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633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517800"/>
            <a:ext cx="3724351" cy="13441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700680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同一 outstanding = 128 时，hot 先打容量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42056"/>
            <a:ext cx="335859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十核全打 HA 11/13，在飞窗口不再被 RTT 限住，S0 只拿到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74.0%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。窗口类（S19 / S20）收到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98.9%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，因为它们会把 requester 窗口从 128 收紧。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D20A2E"/>
                </a:solidFill>
                <a:latin typeface="Microsoft YaHei"/>
              </a:rPr>
              <a:t>uniform 写下 outstanding = 128 不绑定；hot 上它就是过量注入。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08272"/>
            <a:ext cx="3724351" cy="15681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62064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控制点仍然决定谁能救带宽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603440"/>
            <a:ext cx="335859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把决策放在目的地，但 overcommit 是为 uniform 占用调的；hot 上 completer 更满，同一 16 会过狠（筛选轮 57.8% R*）。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 / S28S 显式速率保住 94–97%；S27 背压掉到 72%。换 pattern 之后，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先保容量的是窗口，不是授权重排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22772"/>
            <a:ext cx="3724351" cy="6048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14212"/>
            <a:ext cx="3102559" cy="4219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hot 这一页回答的是「换流量会不会把带宽换掉」，不是把 uniform 的公平结论原样搬过来。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1.390、S19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1.169）：慢核仍慢，差距收窄。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1.169：背压把所有核一起拖慢，长期份额反而接近。S22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1.169（S0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-10.4%。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-10.4%，max/min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4.9686，CoV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
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公平性主指标：50 拍宽的窗内对 10 个核的写带宽算 Jain，再对所有争用窗内的箱取平均。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12。DAT 侧平均占用 0.765 / 12（峰值 11），满的比例 0%，从来不是瓶颈。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在飞与 tracker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core_outstanding = 128；HA tracker = 512，峰值占用 422，重试 0 —— 已完全不绑定。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（硬约束），控制窗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95.69%，但十个核的瞬时带宽差 1.69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带宽这条线基本关死了，可争空间只剩 0.8 个点；真正的缺陷在公平性一侧，而且是几何决定的固定分组，不是随机抖动。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95.69%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5.4681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052637"/>
            <a:ext cx="8296351" cy="31468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29096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细线 = 50 拍分箱，粗线 = 平滑。黑虚线 = fabric 等速率上限 R* = 5.7143 flit/cycle。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4.31% 的缺口已逐拍闭合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73,152 = 70,000 名义载荷 + 1,056 绕环加价 + 2,096 空转，三项相加逐拍相等。绑定项是 RSP 链路而不是 DAT。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争用窗内均值 6.02 &gt; R* 不是越界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恰恰是不公平的证据：领先核提前做完退出，尾部核独占剩下的容量，所以窗内瞬时值高于严格等速率上限。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出厂规格下可达上限约 96.5%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留给拥塞控制去争的总带宽只有 0.8 个点 —— 带宽线应当靠「不弄丢」而不是「抬上去」来过。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0.42409，最高 C14 = 0.71803。慢的那四个正是「邻接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1.6931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95430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93358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94187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341910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44553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0.443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95430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96674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80923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41237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0.436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S0：50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0.87865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50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17035"/>
            <a:ext cx="8296351" cy="281005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1852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1,114 个箱里 p05 = 0.82121，最差箱 0.72226；右图显示只有把观察窗放宽到 2^11 拍量级，max/min 才收敛。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0.95341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所以要到 0.99 必须搬速率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21.201 vs 35.901（比 1.6934）。核内抖动虽占方差 65.4%，但封顶的恰恰是那 34.6% 的核间差 —— 50 拍窗内每核只有 30.1 个 flit。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95.83%（DAT）/ 97.14%（RSP）；K=2000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症状：只偏在失败尝试上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这四个核的 CW / CCW 上环失败比 2.42–2.58，其余六核只有 1.01–1.18。而每核每方向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上环数被路由钉死在 30,000 笔，逐位相同。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失败比不对称是在忠实报告「一个方向的 hop 更挤」，抹平它本身不是目标。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+0.068，总带宽 −14.3%；调参把带宽拿回来之后，公平性也一起还了回去。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07940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476404"/>
            <a:ext cx="2160955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−14.3%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+0.068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2127" y="1024128"/>
            <a:ext cx="8028929" cy="299586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111437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平面上的位置与验收区。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分箱 Jain 0.87865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0.94689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1.6931 → 1.4161；总写带宽 5.4681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4.6874（−14.3%）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5.4641（−0.07%）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0.87294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1.7879。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方向失败比：没有改善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最坏核的 CW/CCW 失败比 S0 = 2.575、S1 = 2.463、S1T = 2.551，三者实质相同。能压到 2.2 以下的配置一律要付 36–37% 带宽 —— 那是关机，不是调平。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0.43642 → 0.39489（−9.5%），快核 C2 0.71521 → 0.54571（−23.7%）。max/min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−14.3%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参数扫描，无一双线达标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Jain = 0.99 处的前沿是 5.9226 flit/cycle，比 S0 实测还快 9.81%。两条验收线不互斥 —— S0 根本不在前沿上。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59476"/>
            <a:ext cx="7452360" cy="35939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6311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二阶锥规划精确解的 R(J) 前沿；绿区 = 两条验收线同时满足的区域。本图与 Pareto 图同属 K = 2000 的筛选轮，S0 = 5.3937；官方 K = 20000 的 S0 = 5.4681。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O R M A L   D E R I V A T I O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73217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654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形式化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4030"/>
            <a:ext cx="285567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决策变量：每核事务注入率 λc。每 (hop, 方向, VC) 一条容量约束 </a:t>
            </a:r>
            <a:r>
              <a:rPr sz="1000" b="1">
                <a:solidFill>
                  <a:srgbClr val="D20A2E"/>
                </a:solidFill>
                <a:latin typeface="Microsoft YaHei"/>
              </a:rPr>
              <a:t>Σc a(r,c)·λc ≤ 1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，λ ≥ 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Jain(λ) ≥ J ⟺ ‖λ‖₂ ≤ (1′λ) / √(J·n)，是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二阶锥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约束 ⇒ R(J) 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精确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求解，不是估计。等速率端有闭式 R* = W / max ā(r)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40/7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86655"/>
            <a:ext cx="3221431" cy="8314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378095"/>
            <a:ext cx="2599639" cy="6485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① 公平本身的固有代价只有 −10.71%（R* 5.7143 vs R_max 6.4000）。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4264403"/>
            <a:ext cx="3221431" cy="99311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4355843"/>
            <a:ext cx="2599639" cy="81023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② Jain 0.99 处前沿 5.9226 &gt; 同曲线上的 S0 实测 5.3937（+9.81%）—— 更公平和更快不冲突。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5403821"/>
            <a:ext cx="3221431" cy="92382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5495261"/>
            <a:ext cx="2599639" cy="74094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③ 最后 0.01 的 Jain，单价是前面一大段的 3.6 倍 ⇒ 线画在 0.99 而不是 1.0。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 16 个实测方案摆进同一张图。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差距不在容量，在机制：S0 的带宽距理想仍有 4.3% 余量，卡住的是 30 拍的信号时延。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751197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148199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目的地分布不是假设，是从真实事务表数出来的经验分布 p(c,h)。一笔事务占用的资源由四拍握手和固定的时延最短路由唯一确定，所以每条资源的占用是 λ 的线性函数。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不含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缓冲、不含在环优先、不含 I-tag / E-tag —— 这是有意的：把机制造成的损失也算进待解释的差距里。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80707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77709"/>
            <a:ext cx="3088538" cy="1976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R_max = 6.4000 flit/cycle，但这一点的 LP 最优解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（速率 Jain 0.80–0.914）；最差的那个把 C0 / C10 完全饿死，闭环批量下不是可行工作点。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等速率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λ* = 2/7 = 0.285714 txn/cycle/core，R* = 40/7 =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。瓶颈是环上的 hop，不是注入或下环端口 —— 加深队列、加宽端口都抬不高它。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max-min 公平恰好落在等速率点，α-公平 α=1 恰好落在 R_max。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分箱 Jain 的理想上限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50 拍箱内全环只有 285.7 个写 flit，每核约 28.6 个。确定性控制器把箱内总数按整数尽可能均分，得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（突发 2 flit 不可拆时 0.9990）。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两者都远高于 0.99，所以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验收线不是被整数粒度挡住的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16874"/>
            <a:ext cx="7818120" cy="36791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05717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理想控制器同项 = ÷ 5.7126。理想 = 1.0，S0 = 0.8274。筛选轮 K = 2000。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84506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592362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可实现前沿（总线一律按 30 拍计）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33738"/>
            <a:ext cx="2489911" cy="1171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S0（0 FF‑eq，η 0.8274）→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（900，0.8329）→ S19（5,840，0.8474）→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S20 DCTCP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（5,840，0.8587）→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S22-stock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（13,920，0.8678）→ S22 深队列（1,198,560，0.8822）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注：S19 与 S20 同价 5,840 FF‑eq，S19 的 η 更低，它留在前沿链上只是并列成本的排序产物 —— 该价位上应选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3399548"/>
            <a:ext cx="2855671" cy="93672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9992" y="3490988"/>
            <a:ext cx="2233879" cy="7538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没有任何可实现方案同时满足 Jain &gt; 0.99 与带宽差 &lt; 1%。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9096" y="4482579"/>
            <a:ext cx="2855671" cy="184506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51976" y="4705064"/>
            <a:ext cx="2489911" cy="14366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最接近的是 S22 在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总线 1 拍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下的点：Jain 0.98914、带宽 −0.56%、η 0.9287 —— 但它违反「任何总线使用花 30 拍」这条硬约束，图上以灰 X 标出、不参与前沿。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D20A2E"/>
                </a:solidFill>
                <a:latin typeface="Microsoft YaHei"/>
              </a:rPr>
              <a:t>卡点已定位：30 拍 &gt; 50 拍验收窗的一半，控制环的时间常数注定比验收窗宽。这是 Jain 停在 0.92 的直接原因，与容量无关。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53819"/>
            <a:ext cx="6720840" cy="34052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68772"/>
            <a:ext cx="6720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1816" y="1060704"/>
            <a:ext cx="3952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71816" y="1408176"/>
            <a:ext cx="3952951" cy="143405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4696" y="1595172"/>
            <a:ext cx="3587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先修一个免费的错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4696" y="1936548"/>
            <a:ext cx="358719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core_outstanding 128 → 32：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零硬件、无流量先验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。带宽从 0.7401 R* 拉到 0.9876 R*（+33%），E-tag 绕环从 6,627 降到 4,384。倾斜度扫描显示 32 在 5 个倾斜度中 4 个最优 —— 它不是新的先验。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71816" y="2988537"/>
            <a:ext cx="3952951" cy="194815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54696" y="3186440"/>
            <a:ext cx="3587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修正基线后前沿只剩两点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3527816"/>
            <a:ext cx="358719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S0（0 FF‑eq，0.9876）→ </a:t>
            </a:r>
            <a:r>
              <a:rPr sz="10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（900 FF‑eq，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0.9985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，离理想只差 0.15%）。更贵的方案要么低于免费基线，要么只高出 0.3% 以内（S19 / S20 = 0.9908），全部被 S16 支配。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原因：hot 上的拥塞在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，而 S16 是唯一把控制点放在拥塞发生地的方案；源端之间的公平化在这里毫无帮助，还因让位 / 门控白扔槽位而亏带宽。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71816" y="5082994"/>
            <a:ext cx="3952951" cy="12446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5174434"/>
            <a:ext cx="3331159" cy="10617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但公平性没解决：这里 R*(等速率) = R_max，公平不要钱，而分箱 Jain 只有 0.3684（S16 0.8542）—— 这不是为带宽付的代价，是纯缺陷。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每方案一页，结构与 S1 对齐：检测 → 传递 → 反馈 → 执行，再加实测与硬件。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入选标准：在可实现 Pareto 前沿上，且目标值全部来自测量、不含任何流量 pattern 先验。定速钉死的 S24 / S25 因此被撤下。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window / 本地触发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S C H E M E   1   /   4   ·   C H E A P E S T   P O S I T I V E   R E T U R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8016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S16：把 CHI 本来就有的那张授权用起来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993392"/>
            <a:ext cx="2613583" cy="187032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20808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099268"/>
            <a:ext cx="2247823" cy="60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completer 只数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自己的在飞授权数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。不需要任何拥塞信号 —— 拥塞就发生在它自己的下环口上。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1679" y="1993392"/>
            <a:ext cx="2613583" cy="187032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4559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4559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4559" y="2720808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4559" y="3099268"/>
            <a:ext cx="2247823" cy="60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零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。不用总线、不用带内标记。控制信号是协议本来就要发的那条 DBIDResp，线格式完全不动。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6431" y="1993392"/>
            <a:ext cx="2613583" cy="187032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9311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9311" y="2720808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3099268"/>
            <a:ext cx="2247823" cy="60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REQ 到达后先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排队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而不是立即授权；同时在飞的授权不超过 overcommit = 64（Homa 的过量承诺度）。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183" y="1993392"/>
            <a:ext cx="2613583" cy="1870326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94063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4063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063" y="2720808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4063" y="3099268"/>
            <a:ext cx="2247823" cy="60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在排队者中把授权给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的那个。定长写下 Homa 的 SRPT 退化成公平排队。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138038"/>
            <a:ext cx="3539642" cy="218960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759642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242C"/>
                </a:solidFill>
                <a:latin typeface="Microsoft YaHei"/>
              </a:rPr>
              <a:t>uniform 实测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110289"/>
            <a:ext cx="3173882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η 0.8329，带宽 0.9468 R*（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+0.31% vs S0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），分箱 Jain 0.87945。它管的是「在飞总量」，不区分是谁的，所以公平性提升有限。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6026" y="4138038"/>
            <a:ext cx="3539642" cy="218960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08906" y="4660350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20A2E"/>
                </a:solidFill>
                <a:latin typeface="Microsoft YaHei"/>
              </a:rPr>
              <a:t>非均匀流量：唯一不亏的方案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8906" y="5010997"/>
            <a:ext cx="3173882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hot 上拿到 R* 的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99.85%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；倾斜度 f = 0 / 0.25 / 0.5 / 0.75 / 1.0 五档相对免费基线依次 +0.0000 / +0.0280 / +0.0238 / +0.0184 / +0.0086，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没有一档为负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5124" y="4138038"/>
            <a:ext cx="3539642" cy="218960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68004" y="4660350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242C"/>
                </a:solidFill>
                <a:latin typeface="Microsoft YaHei"/>
              </a:rPr>
              <a:t>硬件 900 FF‑eq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8004" y="5010997"/>
            <a:ext cx="3173882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HA 一个 10 bit 在飞计数器 + 2 个比较器 + 1 个加法器。关键性质：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扣授权不会制造气泡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—— 预留 slot 没用上就浪费掉，而扣授权只是让占优核少一点数据待发，能用这个 slot 的核照样拿走。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S20 DCTCP（5,840 FF‑eq） · sender-driven / window / ECN 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S C H E M E   2   /   4   ·   T H E   O N L Y   M I D - P R I C E   P O I N T   W I T H   P O S I T I V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8016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S20：带内标记 + 比例式缩窗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993392"/>
            <a:ext cx="2613583" cy="206891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25536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103996"/>
            <a:ext cx="2247823" cy="793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completer tracker 占用越过 k_min = 0.8 后，按 RED 概率（p_max = 0.05）给经过的事务打标。RetryAck 视同必标。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1679" y="1993392"/>
            <a:ext cx="2613583" cy="206891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4559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4559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4559" y="2805916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4559" y="3184376"/>
            <a:ext cx="2247823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带内标记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，不用专有总线，因此不受 30 拍规则约束 —— 反馈随响应包一起回到源端。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6431" y="1993392"/>
            <a:ext cx="2613583" cy="206891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9311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9311" y="2805916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3184376"/>
            <a:ext cx="2247823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源端对标记比例做 EWMA（g = 1/16）得到 α，即「这条路径最近有多堵」的连续估计，而不是 0/1 判决。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183" y="1993392"/>
            <a:ext cx="2613583" cy="206891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94063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4063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063" y="2725536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4063" y="3103996"/>
            <a:ext cx="2247823" cy="793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每个标记 epoch 做一次乘性缩窗 w ×= 1 − α/2，无标记时加性恢复；窗口夹在 [8, 128] 且不超过 core_outstanding。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336623"/>
            <a:ext cx="3539642" cy="199102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858934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20A2E"/>
                </a:solidFill>
                <a:latin typeface="Microsoft YaHei"/>
              </a:rPr>
              <a:t>uniform 实测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209581"/>
            <a:ext cx="3173882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η 0.8587（可实现前沿上性价比最好的中价位点），带宽 0.9492 R*（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+0.56% vs S0，本轮唯一带宽为正的中价位方案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），分箱 Jain 0.90441。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6026" y="4336623"/>
            <a:ext cx="3539642" cy="199102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08906" y="4858934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242C"/>
                </a:solidFill>
                <a:latin typeface="Microsoft YaHei"/>
              </a:rPr>
              <a:t>为什么带宽为正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8906" y="5209581"/>
            <a:ext cx="3173882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标记打在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真正拥塞的那个资源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上，所以它削掉的正是会导致 E-tag 绕环重试的那部分注入 —— 少注入换来更少的无效绕环。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5124" y="4336623"/>
            <a:ext cx="3539642" cy="199102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68004" y="4660350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242C"/>
                </a:solidFill>
                <a:latin typeface="Microsoft YaHei"/>
              </a:rPr>
              <a:t>局限（必须讲清）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8004" y="5010997"/>
            <a:ext cx="3173882" cy="102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ECN 是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拥塞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信号而不是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公平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信号，Jain 只到 0.904。hot 上（在飞上限 32）带宽 0.9908 R*、Jain 仅 0.3847；早期看到的「+33.6%」全部来自 win_init = 16 这个静态在飞上限，控制回路整轮一次都没触发（n_mark = 0）。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Swift（5,840 FF‑eq） · sender-driven / window / 时延触发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S C H E M E   3   /   4   ·   N O   N E W   W I R E   A T   A L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8016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S19：用端到端时延当信号，一根新线都不加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993392"/>
            <a:ext cx="2613583" cy="206891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20101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198561"/>
            <a:ext cx="2247823" cy="60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端到端 RTT（REQ 发出到 Comp 返回）。基线取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全环最小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RTT 而不是每核 min，避免把一次幸运的邻跳采样当成基准。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1679" y="1993392"/>
            <a:ext cx="2613583" cy="206891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4559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4559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4559" y="2805916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4559" y="3184376"/>
            <a:ext cx="2247823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无需任何新线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：时延本身就是带内信号，交换机也不必支持标记。这是它与 S20 唯一的结构差别。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6431" y="1993392"/>
            <a:ext cx="2613583" cy="206891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9311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9311" y="2805916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3184376"/>
            <a:ext cx="2247823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目标 = 8 × base RTT，base 带 20 拍下限（fabric 尺度校准，不能照搬数据中心的绝对阈值）。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183" y="1993392"/>
            <a:ext cx="2613583" cy="206891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94063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4063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063" y="2820101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4063" y="3198561"/>
            <a:ext cx="2247823" cy="60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rtt ≤ target 时窗口加性增 +1/w；否则 w ×= 1 − 0.4·(rtt − target)/rtt，按超出比例缩，而不是固定砍半。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336623"/>
            <a:ext cx="3539642" cy="199102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858934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242C"/>
                </a:solidFill>
                <a:latin typeface="Microsoft YaHei"/>
              </a:rPr>
              <a:t>uniform 实测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209581"/>
            <a:ext cx="3173882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η 0.8474，带宽 0.9372 R*（−0.71% vs S0），分箱 Jain 0.90386。硬件与 S20 完全同价：每核 24 bit 计数 + 1 个 EWMA + 2 加 + 2 比较。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6026" y="4336623"/>
            <a:ext cx="3539642" cy="199102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08906" y="4759642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20A2E"/>
                </a:solidFill>
                <a:latin typeface="Microsoft YaHei"/>
              </a:rPr>
              <a:t>同价位被 S20 支配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8906" y="5110289"/>
            <a:ext cx="3173882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两者都是 5,840 FF‑eq，但 S20 的 η 高 0.0113、带宽还为正。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如果只能选一个 ECN / delay 型窗口控制器，选 S20。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S19 的价值在于它连交换机标记支持都不需要。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5124" y="4336623"/>
            <a:ext cx="3539642" cy="199102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68004" y="4759642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242C"/>
                </a:solidFill>
                <a:latin typeface="Microsoft YaHei"/>
              </a:rPr>
              <a:t>非均匀流量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8004" y="5110289"/>
            <a:ext cx="3173882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hot（在飞上限 32）带宽 0.9908 R*、Jain 0.3847，与 S20 逐位相同 —— 因为两个控制器在那里都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一次都没触发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（n_win_down = 0）。时延信号在下环口拥塞上同样不灵敏。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receiver-driven /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S C H E M E   4   /   4   ·   B E S T   B U I L D A B L E   η   U N D E R   2 0 K   F F - E 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8016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S22：复用 S1 那条 6 bit 总线，但播进度、且不设闸门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993392"/>
            <a:ext cx="2613583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60180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338640"/>
            <a:ext cx="2247823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每节点只数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自己本窗成功上环的 flit 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，饱和到 6 bit。播的是进度，不是拥塞等级。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1679" y="1993392"/>
            <a:ext cx="2613583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4559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4559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4559" y="2761595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4559" y="3140055"/>
            <a:ext cx="2247823" cy="102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复用 S1 那条 6 bit 广播总线，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位宽完全相同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，只换了线上放什么。自己的进度也从总线读回：两边过同一个量化器、同一段延迟，开局瞬态不会留下永久偏置。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6431" y="1993392"/>
            <a:ext cx="2613583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9311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9311" y="2860888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242C"/>
                </a:solidFill>
                <a:latin typeface="Microsoft YaHei"/>
              </a:rPr>
              <a:t>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3239348"/>
            <a:ext cx="2247823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赤字 = 总线上 10 项计数的均值 − 自己那一项；越过 thresh = 0.5 就举请求。让路是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183" y="1993392"/>
            <a:ext cx="2613583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94063" y="217627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4063" y="225856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063" y="2719042"/>
            <a:ext cx="2247823" cy="296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执行：让位，不是门控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4063" y="3097502"/>
            <a:ext cx="2247823" cy="1114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不落后的节点只对「会从请求者出向 hop 骑过去」的 flit 让路（scope = segment）；同时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前瞻改发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一个会在请求者之前下环的 flit，让自己的 hop 不空转；margin = 4.0 拒掉对「差不多齐」的节点让路。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645152"/>
            <a:ext cx="3539642" cy="168249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913906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20A2E"/>
                </a:solidFill>
                <a:latin typeface="Microsoft YaHei"/>
              </a:rPr>
              <a:t>30 拍总线 + stock 队列（推荐点）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264553"/>
            <a:ext cx="3173882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η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0.8678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，带宽 0.9425 R*（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−0.15% vs S0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），分箱 Jain 0.92046 —— 所有 &lt; 20k FF‑eq 的方案里 η 最高。硬件：6 bit 广播 × 20 + 10 项 8 bit 镜像表 + 10 bit 计数器 + 加法树 + 8 路前瞻比较器。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6026" y="4645152"/>
            <a:ext cx="3539642" cy="168249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08906" y="4913906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242C"/>
                </a:solidFill>
                <a:latin typeface="Microsoft YaHei"/>
              </a:rPr>
              <a:t>若总线能做到 1 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8906" y="5264553"/>
            <a:ext cx="3173882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Jain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0.98878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、带宽 −0.78%、整窗 max/min 1.6931 →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1.0002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，核间长期速率差被抹到 1.0001（27.147 vs 27.151）。两条线几乎同时达成 —— 但这违反 30 拍硬约束，只能作为架构决策的输入。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5124" y="4645152"/>
            <a:ext cx="3539642" cy="168249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68004" y="4875806"/>
            <a:ext cx="3173882" cy="26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242C"/>
                </a:solidFill>
                <a:latin typeface="Microsoft YaHei"/>
              </a:rPr>
              <a:t>两条结构性结论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8004" y="5226453"/>
            <a:ext cx="3173882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 深队列变体（12/8 → 32/32）η 只多 +0.0144，硬件贵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86 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（1,198,560 FF‑eq），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不推荐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② 同等公平度下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让位比门控省 10 倍带宽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：S23 门控付 1.50%，S22 让位只付 0.15%。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哪些已经关死，哪些还开着，以及下一步该由谁拍板。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带宽线已基本关死；公平线是真实缺陷但理论上不需要付带宽；真正的卡点是 30 拍的流控总线时延。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四条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98643"/>
            <a:ext cx="2599867" cy="246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带宽线已基本关死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= 95.69% R*，4.31% 的缺口已逐拍闭合（1,056 绕环加价 + 2,096 空转），出厂规格下可达上限约 96.5%。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拥塞控制的带宽目标应是「不弄丢」，不是「抬上去」。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98643"/>
            <a:ext cx="2599867" cy="246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公平缺陷是真实的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不是采样噪声：把抖动完全抹平后的 Jain 上限只有 0.95341，六快四慢是几何决定的固定分组（核间速率比 1.6934）。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要到 0.99 就必须真的搬速率，只整时机不够。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98643"/>
            <a:ext cx="2599867" cy="246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理论上两条线不互斥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Jain = 0.99 处的精确前沿是 5.9226 flit/cycle，比同一轮的 S0 实测 5.3937 还高 9.81%；公平本身的固有代价只有 −10.71%。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差距全部在机制层，不在 fabric 容量。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98643"/>
            <a:ext cx="2599867" cy="2464216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卡点是信号时延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可用信号必须来自测量，而测量要走 30 拍的总线；30 &gt; 50 拍验收窗的一半，控制环时间常数注定比验收窗宽。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这是可实现方案的 Jain 停在 0.92 的直接原因。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另一条贯穿全篇的机制结论：在无缓存环上「把速率从快核转移给慢核」本身是有损的 —— 让出的气泡只能向下游传递、沿途会被吃掉，而热点 hop 已经 90% 满。所以执行器必须选让位而不是门控。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按成本递增的四步，前两步现在就能做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0037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立刻做 · 0 FF‑eq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400752"/>
            <a:ext cx="2160955" cy="1569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core_outstanding 128 → 32。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零硬件、无流量先验，uniform 带宽 +1.1%（顺带分箱 Jain 0.876 → 0.910），非均匀流量带宽 +33%。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注意：本研究此前一直用 128，所以各章节的 S0 基线偏低，排序需在 32 上复核。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096367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要带宽鲁棒性 · 900 FF‑eq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771499"/>
            <a:ext cx="2160955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投 S16 授权保留。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唯一在任何倾斜度下都不亏带宽的方案，hot 上拿到 R* 的 99.85%，公平度同时改善。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实现成本极低：不加总线、不加表，只改 completer 何时发 DBIDResp。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68706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要 uniform 公平性 · 13,920 FF‑eq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643838"/>
            <a:ext cx="2160955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投 S22-stock。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复用 S1 那条 6 bit 总线，去掉乘法器和令牌桶换成加法树。Jain 0.876 → 0.920，带宽只差 0.15%。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不要买深队列变体：η 只多 0.014，硬件贵 86 倍。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要闭合到 0.99 · 需架构拍板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二选一，都超出「与 S1 同级硬件」的范围：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(a)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把流控总线时延从 30 拍降到 ≤ 2 拍 —— S22 即可拿到 Jain 0.98878 / 带宽 −0.78% / max-min 1.0002。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(b)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允许在环 flit 为入环 flit 让位，即打破「在环绝对优先」。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四步之间没有依赖：第 1 步可以单独上线，第 2、3 步可并行评估，第 4 步只决定能否从 Jain 0.92 闭合到 0.99。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需要拍板的一件事：流控总线时延能否从 30 拍降到 ≤ 2 拍。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这决定 Jain 能停在 0.92 还是 0.99。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
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9464040" y="1097280"/>
            <a:ext cx="731520" cy="731520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07040" y="2011680"/>
            <a:ext cx="1737360" cy="173736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006840" y="3611880"/>
            <a:ext cx="329184" cy="329184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0" y="1783080"/>
            <a:ext cx="640080" cy="64008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928" y="1170432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7824" y="1481328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395728"/>
            <a:ext cx="74980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D20A2E"/>
                </a:solidFill>
                <a:latin typeface="Arial"/>
              </a:rPr>
              <a:t>N O C   A R C H I T E C T U R E   R E V I E W   ·   2 0 - N O D E   B U F F E R L E S S   R I N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43200"/>
            <a:ext cx="7863840" cy="1792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满带宽下的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多核带宽不均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626864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20 节点无缓存双向环上的瞬时写带宽公平性：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问题定位 · 理论极限 · 拥塞控制选型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035040"/>
            <a:ext cx="8778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汇报对象：芯片架构师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数据口径：uniform tiled 写 · K = 20000 · 单 plane · 每核在飞上限 32 · 瞬时均衡度按 100 拍窗 · 全部可复现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057400"/>
            <a:ext cx="3703320" cy="31089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496311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C O N T E N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25496"/>
            <a:ext cx="29260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92277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7 SECTIONS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6008" y="960120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6008" y="960120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960120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58968" y="960120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问题背景：拓扑、节点、路由与关键 setup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6008" y="1738666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36008" y="1738666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1738666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8968" y="1738666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S0 的问题：带宽已打满，瞬时带宽不均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6008" y="2517212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36008" y="2517212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6008" y="2517212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8968" y="2517212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S1 方案：检测 / 传递 / 反馈 / 控制与实测代价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8" y="3295758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36008" y="3295758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6008" y="3295758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58968" y="3295758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公平性与总带宽的 trade-off：形式化与曲线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36008" y="4074305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36008" y="4074305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6008" y="4074305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58968" y="4074305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理论最优、理想拥塞控制与各方案 Pareto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36008" y="4852851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36008" y="4852851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36008" y="4852851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58968" y="4852851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Pareto 前沿方案详述（免流量先验）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6008" y="5631397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36008" y="5631397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36008" y="5631397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58968" y="5631397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O N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问题背景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拓扑、节点角色、路由规则，以及决定结论的那几项关键 setup。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10 个 AI core 对 8 个 memory HA 做 CHI WriteNoSnp。总带宽已接近理论上限，问题出在「谁在什么时候拿到 slot」。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拓扑与节点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04-to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60704"/>
            <a:ext cx="4791456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蓝 = AI core（10）· 橙 = memory HA（8）· 灰 = 非终端 N9 / N19；边上数字为 hop 时延（拍）。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5936" y="1060704"/>
            <a:ext cx="52788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O P O L O G Y   &amp;   R O U T I N 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5936" y="1408176"/>
            <a:ext cx="5278831" cy="20151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1809810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20 节点单 plane 双向闭合 full 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2151186"/>
            <a:ext cx="49130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节点角色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个 AI core（C0–C18 偶数）发起写；8 个 memory HA（M1–M17 奇数）为 completer；N9 / N19 只转发，不收发。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路由：时延最短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。按链路时延之和选 CW / CCW，时延平局比跳数，再平局取 CW；core→mem 与 mem→core 同一规则。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3569664"/>
            <a:ext cx="5278831" cy="161214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4006465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几何后果：本次问题的起点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4347841"/>
            <a:ext cx="491307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因为 N9 / N19 不是 mem，C0 / C8 / C10 / C18 的「邻接 mem 数」只有 1，其余六核为 2。这一条几何差异，直接决定了后面看到的六快四慢。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5328116"/>
            <a:ext cx="5278831" cy="9995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2" y="5419556"/>
            <a:ext cx="4657039" cy="816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20 节点 / 1 plane · 10 core + 8 HA + 2 非终端 · 等速率理论上限 R* = 5.7143 flit/cycle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协议：CHI WriteNoSnp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R O T O C O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一笔写 = 四拍握手，被计量的只有第三拍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REQ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core → HA，1 flit，走时延最短方向，占 REQ VC。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DBIDResp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flit，反方向，占 RSP VC。HA think time = 0。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438342"/>
            <a:ext cx="2599867" cy="2529954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31581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WriteData ×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712814"/>
            <a:ext cx="2160955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core → HA，2 flit，占 DAT VC。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per-core 写带宽 = 争用窗内成功上环的 WriteData flit / cycle。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443748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Comp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840750"/>
            <a:ext cx="2160955" cy="6890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flit，占 RSP VC，释放该笔事务的 tracker 表项。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公平性主指标：100 拍宽的窗内对 10 个核的写带宽算 Jain，再对所有争用窗内的箱取平均。全篇瞬时均衡度都用这个口径。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关键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A B R I C   C O N F I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八项决定结论的配置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上环端口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每方向一组 × REQ / RSP / DAT，每口 1 flit/cycle → 每节点 6 个上环口。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下环端口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一个「两写一读」buffer：两方向可同拍各写 1 flit，PE 每拍只读 1 flit。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上环队列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12 深共享 FIFO + 每向 8 深 inject Q，各接一个上环口。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下环队列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深度 12。整轮里满的比例 0%，从来不是瓶颈 —— 所以带宽不是被下环侧卡住的。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2890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在环绝对优先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198089"/>
            <a:ext cx="219753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bufferless：transit flit 永不被本地注入打断，注入只能挤空隙。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72960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I-tag / E-tag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509879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 = 4 定向上游预约单槽；t_xfer = 1，首次下环失败即打标，再到达时最高优先级下环。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3031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每核在飞上限 = 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4999504"/>
            <a:ext cx="219753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最坏情况下一笔写的空载 RTT 是 89 拍，等速率份额 2/7 笔/拍 → 覆盖 RTT 只需约 26 笔，取 32。HA tracker 512 远大于 10 × 32，不绑定。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24899" y="4389120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26067" y="472960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专用流控总线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6067" y="509879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广播，不占 NoC hop；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任何使用固定 30 拍延迟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（物理约束，不是可调项），控制窗 64 拍。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W 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S0 的具体问题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总带宽已经打到理论上限的 96.97%，但十个核的瞬时带宽差 1.57 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带宽这条线基本关死了；真正的缺陷在公平性一侧，而且是几何决定的固定分组，不是随机抖动。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S0：总带宽已打满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B A N D W I D T H   I S   S A T U R A T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96.97%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S0 = 5.5412 flit/cycle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占等速率上限 R* = 5.7143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7-total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031" y="1024128"/>
            <a:ext cx="7897119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46557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67080"/>
                </a:solidFill>
                <a:latin typeface="Microsoft YaHei"/>
              </a:rPr>
              <a:t>左 = 每个 VC 的 40 条有向链路按占用率排序，天花板是「每拍 1 flit」；右 = 绑定链路的拍数预算。两幅都不把分箱带宽和理论上限放在同一根轴上。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判据：链路已经快满了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最忙的 8 条链路（RSP 的 1→0 / 11→10 / 7→8 / 17→18 与对应的 4 条 DAT）占用都是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96.98%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。它们就是 R* 的绑定项 —— 带宽是被链路卡住的，不是被队列或端口卡住的。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差的 3.03% 是什么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makespan 72,186 = 70,000 载有效载荷 + 5 绕环重发 +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2,181 空转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，三项逐拍相加相等。在飞上限收到 32 之后，绕环重发已经从上千拍降到 5 拍。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29440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空转是什么组成的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654320"/>
            <a:ext cx="3125114" cy="1502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逐拍归因、无残项：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I-tag 主动让位 49.1%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（槽被留给上游预约）、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dry 42.0%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（四段握手串行，HA 手里还没有 RSP 可发）、在环 flit 同拍抢走 8.6%、队头阻塞 0.2%。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D20A2E"/>
                </a:solidFill>
                <a:latin typeface="Microsoft YaHei"/>
              </a:rPr>
              <a:t>能回收的不到 1 个点，且要拿公平性换：I-tag 调强可到 97.59% R*，但 Jain 掉 0.029；加深下环队列、加大在飞上限都是净亏。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S0：各核写带宽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98448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E R - C O R E   B A N D W I D T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27631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六快四慢，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是固定分组不是抖动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072384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最低 C8 = 0.44978，最高 C14 = 0.70449。慢的那四个正是「邻接 mem 数 = 1」的 C0 / C8 / C10 / C18。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365760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D20A2E"/>
                </a:solidFill>
                <a:latin typeface="Arial"/>
              </a:rPr>
              <a:t>1.5663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09744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整窗 MAX / MIN（S0，K = 20000）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04688" y="1152144"/>
            <a:ext cx="6120079" cy="5175503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15584" y="1552651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534363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2512" y="1534363"/>
            <a:ext cx="2515999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82351" y="1552651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5584" y="1969617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2512" y="1951329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82512" y="1951329"/>
            <a:ext cx="379679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82351" y="1969617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5584" y="2386584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2512" y="2368296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82512" y="2368296"/>
            <a:ext cx="3800942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82351" y="2386584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0.688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15584" y="2803550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82512" y="2785262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82512" y="2785262"/>
            <a:ext cx="3854826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82351" y="2803550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15584" y="32205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2512" y="32022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2512" y="3202228"/>
            <a:ext cx="2486985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82351" y="32205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15584" y="3637483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82512" y="3619195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82512" y="3619195"/>
            <a:ext cx="2528434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2351" y="3637483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5584" y="4054449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2512" y="4036161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82512" y="4036161"/>
            <a:ext cx="381337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82351" y="4054449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44714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2512" y="44531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82512" y="4453128"/>
            <a:ext cx="3892131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82351" y="44714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15584" y="4888382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82512" y="4870094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82512" y="4870094"/>
            <a:ext cx="372218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82351" y="4888382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0.674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15584" y="5305348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82512" y="5287060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82512" y="5287060"/>
            <a:ext cx="2574029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82351" y="530534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0.466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15584" y="5779007"/>
            <a:ext cx="549828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条长按 0.75 flit/cycle 归一。8 个 HA 收到的 WriteData 完全相等（50,000 / HA），所以这不是访存不均。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S0：100 拍瞬时公平性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I N S T A N T A N E O U S   F A I R N E S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0.92818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100 拍分箱平均 JAIN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理想控制器 = 0.99997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9-s0-inst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57156"/>
            <a:ext cx="8296351" cy="25298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7840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主指标随时间；右 = 同一份数据换观察窗宽度，实测始终低于理想控制器。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不是个别坏箱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567 个箱里 p05 = 0.88533，最差箱 0.84551。右图把观察窗一路放宽：实测只收敛到 0.96458 的天花板，永远追不上理想控制器。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抖动抹平后的上限只有 0.96458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给每核每箱都填上它自己的长期均值（抖动全抹掉、只留速率差），Jain 上限就到顶了 —— 这是任何「只整时机、不搬份额」机制的天花板。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所以要提高均衡度，必须真的搬速率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核间长期速率 44.95 vs 70.46 flit/箱（比 1.5673）。核内抖动占方差 53.4%，但封顶的是另外那 46.6% 的核间差 —— 100 拍窗内每核有 59.7 个 flit，整数粒度不构成限制。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根因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O O T   C A U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几何 × 机制 = 固定的六快四慢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673762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几何：邻接 mem =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070764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N9 / N19 是非终端，于是 C0 / C8 / C10 / C18 紧邻的 memory 只有一个。它们的写必须挤到环上最忙的那几条 hop 上，而其余六核可以在两侧分流。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带宽与邻接 mem 数的相关系数 0.997。改路由也变不出第二个邻居。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456264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机制：在环绝对优先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853266"/>
            <a:ext cx="3088538" cy="18527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无缓存环上 transit flit 永不被本地注入打断，注入只能挤空隙。决定上环延迟的是空隙的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分布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而不是总量 —— 坐在热段起点的节点看到的空隙最少、最不规则。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官方 run 最忙 hop 占用 96.98%（RSP）；K=2000 短探测把绑定 hop 的空槽逐拍分类，「端口空闲」一列合计 1，实质为零 —— 没有一个空槽是仲裁失误。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78251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症状：差距全在「等着上环」这一段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4179512"/>
            <a:ext cx="3088538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8 个 HA 收到的 WriteData 完全相等，每核每方向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成功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上环数也被路由钉死在 30,000 笔、逐位相同。服务侧没有任何不均。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所以差的不是「谁被服务得多」，而是「谁等得久」—— 决策点在注入排队，不在存储侧。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H R E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S1 方案与代价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拥塞检测、拥塞传递、拥塞反馈、流量控制，以及调参之后的两难。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 的公平性来自「把所有人一起压慢」：Jain +0.029，总带宽 −16.3%；调参把带宽拿回来之后，公平性也一起还了回去。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机制：检测 / 传递 / 反馈 / 控制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E N D E R - D R I V E N   ·   R A T E - B A S E D   ·   B U S - T R I G G E R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S1：拥塞等级广播 + 节点级 AIMD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拥塞检测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每节点每 64 拍窗统计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上环失败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与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下环偏转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，分 total（任何原因）与 net（仅在环占用造成）两路。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等级 = min(7, 计数 ÷ 8)，量化成 3 bit：0–7→0，8–15→1，…，≥56→7。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拥塞传递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每方向 3 bit 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专用广播总线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，从不占用 NoC hop，因此不会自我加剧拥塞。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本设计里任何总线使用固定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30 拍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延迟（物理约束）；30 &lt; 窗口 64，所以反馈仍能赶在下一次 AIMD 之前送到。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188150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拥塞反馈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585152"/>
            <a:ext cx="2160955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每节点维护一张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受控节点表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 —— 自己的 flit 会经过的那些 path nodes（20 项 × 6 bit）。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反馈值取这些节点等级的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max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：路径上最堵的那一段说了算。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220845"/>
            <a:ext cx="2599867" cy="29649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流量控制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最终等级 = level_of(自身 total 失败 − 8 × 收到的 max net 等级)。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对每窗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整型注入预算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做 AIMD：乘性减 α = 0.75 / 0.5 / 0.25，加性增 β = +16 / +8 / +2，出口是令牌桶闸门。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四段本身都成立，问题出在第 ① 段的信号语义：在无缓存环上，一个核的上环失败大多由别人的 transit 造成，所以这条信号分不清「我太贪」和「我被挤」。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效果：两个旋钮各拿一头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U N I N G   O U T C O M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−16.3%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S1 默认档的总写带宽代价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换来 Jain +0.029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12-s1-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96153"/>
            <a:ext cx="8296351" cy="265181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939411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每核写带宽对比；右 = 三个工作点在带宽—Jain 平面上的位置。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 默认（band = spec）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拍分箱 Jain 0.92818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0.95675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1.5663 → 1.3586；总写带宽 5.5412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4.6397（−16.3%）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。公平性进步是真的，带宽代价也是真的。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S1T 每向预算（调参后）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62 组 AIMD 参数网格自己选出的最优点（dir_split、cap 0.5、w 64、burst 1）：带宽回到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5.5426（+0.03%）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，但 Jain 掉回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0.92596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，max/min 反升到 1.5815 —— 和 S0 实质相同。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两档之间没有中间地带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从 S1 走到 S1T：带宽 +19.5%，Jain −0.031，一分不少地还回去。62 组扫描里没有出现「带宽基本不掉、Jain 明显更好」的配置 —— 这不是没调好，是机制本身的形状。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为什么换不来公平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Y   I T   D O E S   N O T   T R A N S F E R   R A T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11057839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600" b="1">
                <a:solidFill>
                  <a:srgbClr val="20242C"/>
                </a:solidFill>
                <a:latin typeface="Microsoft YaHei"/>
              </a:rPr>
              <a:t>期望是「把份额从快核搬给慢核」，实测是「把所有人一起压慢」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57984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0"/>
                </a:solidFill>
                <a:latin typeface="Microsoft YaHei"/>
              </a:rPr>
              <a:t>极差变小，是因为上限被砍、下限也跟着掉，而不是速率发生了转移。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78608"/>
            <a:ext cx="5391759" cy="2450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67080"/>
                </a:solidFill>
                <a:latin typeface="Microsoft YaHei"/>
              </a:rPr>
              <a:t>期望的动作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快核让速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：拥塞等级高的路径上，占优核先降预算。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让出的槽被慢核接手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：C0 / C8 / C10 / C18 拿到本来挤不上的 hop。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总量不变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：份额重新分配，总带宽守恒。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2578608"/>
            <a:ext cx="5391759" cy="245059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9039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20A2E"/>
                </a:solidFill>
                <a:latin typeface="Microsoft YaHei"/>
              </a:rPr>
              <a:t>实测发生的事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触发条件搞反了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：乘性减由「自己上环失败了」触发，而无缓存环上这些失败大多是别人的 transit 造成的 —— 等于惩罚受害者。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所有核一起下降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：慢核 C18 0.46574 → 0.42582（−8.6%），快核 C14 0.70449 → 0.54936（−22.0%）。max/min 变好，是上限被砍出来的。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闸门型执行器丢槽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：令牌桶「没额度就不上环」，而无缓存环上让出的槽不会被记账保留，沿途任何节点都能吃掉。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−16.3%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默认 S1 的总写带宽代价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2122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32122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62 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3290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AIMD 参数扫描，无一组两头都好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7316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97316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21,220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8484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硬件 FF‑eq（总线 + 表 + 乘法器 + 令牌桶）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O U 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公平性 — 总带宽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的 trade-off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先把「要多一点公平到底该付多少带宽」这条曲线精确算出来。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总带宽和公平性确实不可兼得：把十个核压到完全等速率，结构上就要放弃 10.71% 的峰值带宽 —— 但这是全部的代价，S1 付的远不止这些。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公平性 — 带宽交换曲线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-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9708"/>
            <a:ext cx="7452360" cy="35334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332883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红线 = 二阶锥规划的精确解，与仿真轮次无关；蓝点 = 官方 K = 20000 的 S0（5.5412 flit/cycle，Jain 0.92818）。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O R M A L   D E R I V A T I O 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83489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1056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三个变量的含义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2432"/>
            <a:ext cx="2855671" cy="1475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λc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（决策变量）= 第 c 个核每拍发出多少笔事务。十个核 → 十个数。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a(r,c)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= 核 c 每发一笔事务，平均占用资源 r 多少拍。r 遍历每条（链路，方向，VC）。路由固定、握手固定，所以这是个常数表。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约束 Σc a(r,c)·λc ≤ 1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= 任何一条链路每拍最多搬 1 flit。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Jain(λ) ≥ J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⟺ ‖λ‖₂ ≤ (Σλc)/√(J·10)：一个二阶锥约束，所以 R(J) = max Σλc 是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精确解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，不是估计。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389376"/>
            <a:ext cx="3221431" cy="93878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14232" y="3480816"/>
            <a:ext cx="2599639" cy="755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① 完全等速率的上限 R* = 5.7143，无约束峰值 R_max = 6.4000 —— 公平的固有代价 −10.71%。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03336" y="4474464"/>
            <a:ext cx="3221431" cy="8534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14232" y="4565904"/>
            <a:ext cx="2599639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② 曲线在高 Jain 段陡然变贵：最后 0.01 的 Jain 单价是前面一大段的 3.6 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03336" y="5474208"/>
            <a:ext cx="3221431" cy="8534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14232" y="5565647"/>
            <a:ext cx="2599639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③ S0 实测落在曲线</a:t>
            </a:r>
            <a:r>
              <a:rPr sz="1200" b="1">
                <a:solidFill>
                  <a:srgbClr val="FFFFFF"/>
                </a:solidFill>
                <a:latin typeface="Microsoft YaHei"/>
              </a:rPr>
              <a:t>下方</a:t>
            </a:r>
            <a:r>
              <a:rPr sz="1200" b="0">
                <a:solidFill>
                  <a:srgbClr val="FFFFFF"/>
                </a:solidFill>
                <a:latin typeface="Microsoft YaHei"/>
              </a:rPr>
              <a:t>：它既不最快也不最公平，本身就不在前沿上。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I V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理论最优与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各方案 Pareto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先钉死「无限聪明、无限快的控制器最多能做到什么」，再把实测方案摆进同一张图。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一个无限聪明的拥塞控制器，最好也就是 5.7143 flit/cycle（S0 的 103.1%）配 Jain ≈ 1.0。可争的总带宽只有 3 个点，公平性那一侧才是主战场。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理想拥塞控制器的上限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H E   R E F E R E N C E   E V E R Y T H I N G   I S   D I V I D E D   B 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无限聪明、无限快，只受资源守恒约束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533699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什么是 LP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930701"/>
            <a:ext cx="3088538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LP = 线性规划：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变量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是十个核各自的注入速率，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约束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是每条链路每拍最多搬 1 flit，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是把总带宽做到最大。因为路由和握手都固定，「一笔事务占几条链路各几拍」是一张常数表，占用量随速率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线性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增长，所以这个最大值能被精确解出来、不需要仿真。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模型里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没有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缓冲、没有在环优先、没有 I-tag / E-tag —— 这是有意的：让机制造成的损失也留在待解释的差距里。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1578" y="2538153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两个界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2935155"/>
            <a:ext cx="3088538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最大吞吐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R_max = 6.4000 flit/cycle。但这一点的解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不唯一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，其中最差的那个把 C0 / C10 完全饿死 —— 不是可交付的工作点。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等速率点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强行要求十个核速率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完全相同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时能达到的最大总带宽。此时每核 λ* = 2/7 = 0.2857 笔/拍，合计 R* = 40/7 =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5.7143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。它就是「最公平」那一端的天花板，全篇的分母都是它。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瓶颈在环上的链路，不在注入或下环端口 —— 加深队列、加宽端口都抬不高它。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6772" y="2859946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理想控制器能做到什么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6772" y="3256948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100 拍箱内全环有 571.4 个写 flit，每核约 57.1 个。一个确定性的理想控制器把箱内总量按整数尽量均分，得 J_ideal =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0.99997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也就是说：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理论最优 = 5.7143 flit/cycle（S0 的 103.1%）配 Jain ≈ 1.0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。整数粒度不构成任何限制。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适用范围：λ* = 2/7 是「fabric + 流量 pattern」的联合解，不是 fabric 常数。换成 hot 之后绑定资源从入环 hop 变成热簇的下环口，λ* 掉到 0.100、R* 掉到 2.0000 —— 任何把 λ* 写进硬件的设计只对它被推导时的那个 pattern 正确。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收益 — 硬件开销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8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72" y="1060704"/>
            <a:ext cx="7529430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7818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η =（总带宽 × 分箱 Jain）/ 理想控制器的同一乘积。理想 = 1.0。筛选轮 K = 2000，每核在飞上限 32，100 拍窗。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9096" y="1060704"/>
            <a:ext cx="28556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R O N T I E 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69096" y="1408176"/>
            <a:ext cx="2855671" cy="140458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51976" y="1591056"/>
            <a:ext cx="24899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横轴的 FF‑eq 是什么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1976" y="1932432"/>
            <a:ext cx="2489911" cy="793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FF‑eq = 等效触发器数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（flip-flop equivalent）：把方案新增的寄存器、比较器、加法器、乘法器、总线线宽都折算成「相当于多少个 D 触发器」，得到一个可以横向比较的面积代价。S1 = 21,220 FF‑eq 就是这么算出来的。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69096" y="2959063"/>
            <a:ext cx="2855671" cy="184523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1976" y="3162247"/>
            <a:ext cx="24899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前沿只剩两个点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1976" y="3503623"/>
            <a:ext cx="2489911" cy="11340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S0（0 FF‑eq，η 0.8894）→ </a:t>
            </a:r>
            <a:r>
              <a:rPr sz="90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（900 FF‑eq，η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0.9395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）。900 FF‑eq 买到离理想控制器最近的位置，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比 S1 便宜 24 倍、η 高 0.174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S22-stock（13,920，0.8883）、S19 / S20（5,840，0.8992）、S22 深队列（1,198,560，0.9210）全部被 S16 支配或性价比远低。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69096" y="4950605"/>
            <a:ext cx="2855671" cy="13770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9992" y="5042045"/>
            <a:ext cx="2233879" cy="11941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判据是「离理想控制器有多近」，不是任何一条固定验收线：S16 把 η 从 0.8894 推到 0.9395，走完了 S0 与理想之间 45% 的距离。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固定非均匀流量下的带宽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0-hot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72" y="1060704"/>
            <a:ext cx="7529430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7818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hot：十个核全部写入 HA 11 / 13 两节点簇。R* 用它自己的目的地分布重解 = 2.0000，绑定资源变成热簇的下环口。此处</a:t>
            </a:r>
            <a:r>
              <a:rPr sz="1000" b="1">
                <a:solidFill>
                  <a:srgbClr val="667080"/>
                </a:solidFill>
                <a:latin typeface="Microsoft YaHei"/>
              </a:rPr>
              <a:t>只看总带宽</a:t>
            </a:r>
            <a:r>
              <a:rPr sz="1000" b="0">
                <a:solidFill>
                  <a:srgbClr val="667080"/>
                </a:solidFill>
                <a:latin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9096" y="1060704"/>
            <a:ext cx="28556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R O B U S T N E S S   T O   T R A F F I C   S H I F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69096" y="1408176"/>
            <a:ext cx="2855671" cy="148817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51976" y="1641143"/>
            <a:ext cx="24899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为什么这里不看瞬时 Jain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1976" y="1982519"/>
            <a:ext cx="248991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十个核全部打同一个两节点热簇，谁快谁慢由「离热簇几跳」直接决定，拥塞点也不在注入侧。这种流量下的瞬时均衡度既不是设计目标、也不反映控制器好坏 —— 这一页只考察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总带宽是否被换掉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69096" y="3042652"/>
            <a:ext cx="2855671" cy="205638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1976" y="3256845"/>
            <a:ext cx="24899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前沿只剩两点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1976" y="3598221"/>
            <a:ext cx="2489911" cy="13231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在飞上限收到 32 之后，S0 本身就已经拿到 R* 的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98.76%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。在此之上 </a:t>
            </a:r>
            <a:r>
              <a:rPr sz="80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（900 FF‑eq）到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99.74%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，E-tag 绕环从 4,384 降到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35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0">
                <a:solidFill>
                  <a:srgbClr val="20242C"/>
                </a:solidFill>
                <a:latin typeface="Microsoft YaHei"/>
              </a:rPr>
              <a:t>更贵的方案全部更差：S19 / S20 = 99.08%，S22-stock = 98.75%，S1 = 98.35%。原因是 hot 的拥塞在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目的地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，而 S16 是唯一把控制点放在拥塞发生地的方案；源端之间的公平化在这里毫无帮助，还因让位 / 门控白扔槽位而亏带宽。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69096" y="5245340"/>
            <a:ext cx="2855671" cy="1082307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9992" y="5336780"/>
            <a:ext cx="2233879" cy="8994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结论：换流量 pattern 之后，S16 仍然不亏带宽 —— 它不含任何 pattern 先验。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I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前沿方案详述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两个方案，各两页：机制示意 + 与 S0 / S1 的实测对比。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S E L E C T I O N   R U L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入选标准：在可实现 Pareto 前沿上或紧邻前沿，且目标值全部来自测量、不含任何流量 pattern 先验。定速钉死的 S24 / S25 因此被撤下。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授权保留（900 FF‑eq） · receiver-driven / 本地触发 / 零新报文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2-s16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写路径：把协议本来就要发的 DBIDResp 当授权用；下 = 读路径：同一套状态可以照搬，但实测不需要（见下页）。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D20A2E"/>
                </a:solidFill>
                <a:latin typeface="Arial"/>
              </a:rPr>
              <a:t>S C H E M E   1   /   2   ·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20456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2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61635"/>
            <a:ext cx="2307031" cy="1475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：HA 只数自己的在飞授权数。不需要任何拥塞信号 —— 拥塞就发生在它自己的下环口上。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：零。不加总线、不加带内标记，线格式完全不动。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：REQ 到达后先排队而不是立即授权，同时在飞授权 ≤ overcommit = 16。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：在排队者里把授权给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迄今被服务最少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的那个核。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759044"/>
            <a:ext cx="2672791" cy="144249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95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改的是事务层，不是链路层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4291635"/>
            <a:ext cx="2307031" cy="755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四段全部落在 completer 内部：它决定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什么时候、先给谁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发 DBIDResp。线格式、协议状态机都不动，但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动了 HA 的事务调度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—— 这一条决定它能不能落地，见结论页。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5347841"/>
            <a:ext cx="2672791" cy="97980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62872" y="5439281"/>
            <a:ext cx="2050999" cy="7969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00" b="0">
                <a:solidFill>
                  <a:srgbClr val="FFFFFF"/>
                </a:solidFill>
                <a:latin typeface="Microsoft YaHei"/>
              </a:rPr>
              <a:t>overcommit 要跟着在飞上限走：上限 32 时取 16（12–16 是一段平台）。取 64 就永远扣不住任何东西，S16 会退化成 S0。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实测：写侧要做，读侧不用做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0.98466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S16 写侧 100 拍 Jain（S0 = 0.92818）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总写带宽 −0.39%，整窗 max/min = 1.0001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3-s16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01394"/>
            <a:ext cx="8296351" cy="255709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74992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0"/>
                </a:solidFill>
                <a:latin typeface="Microsoft YaHei"/>
              </a:rPr>
              <a:t>左两幅 = 写（K = 20000），右两幅 = 读（K = 5000）；每幅内三根柱依次 S0 / S1 / S16，橙虚线 = 理论上限 R*。注意读侧 S0 与 S16-R 两根柱几乎一样高。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8962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写：几乎白拿的公平性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562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Jain 0.92818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0.98466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（S1 只到 0.95675），整窗 max/min 1.5663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，速率差实质抹平；总带宽只让 0.39%，而 S1 要让 16.3%。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8962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读：S0 本来就是齐的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562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十个核的读带宽只差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0.36%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（0.5603–0.5623），Jain 0.99067、max/min 1.0035，带宽已到 R* 的 97.96%。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读侧没有待解决的问题。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所以读侧建议不做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S16-R 把带宽推到 98.41%（+0.47%）、Jain 到 0.99449，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收益在噪声量级，不值一次事务层改动。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顺带一条反证：同样管读、但把控制放在请求端的 S1-R 掉 20.5% 带宽、Jain 反而更低（0.97474）。控制点必须在 HA 侧。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赤字触发的限域让路（13,920 FF‑eq） · 仲裁型 / 总线触发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4-s22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复用 S1 那条 6 bit 广播总线，位宽完全相同，只换了线上放什么：从「我有多堵」换成「我这窗发成了多少」。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D20A2E"/>
                </a:solidFill>
                <a:latin typeface="Arial"/>
              </a:rPr>
              <a:t>S C H E M E   2   /   2   ·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5407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591056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32432"/>
            <a:ext cx="2307031" cy="1929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：每节点只数自己本窗成功上环的 flit 数，饱和到 6 bit。播的是进度，不是拥塞等级。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：复用 S1 的 6 bit 广播总线（30 拍）。自己的进度也从总线读回，两边过同一个量化器、同一段延迟。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：赤字 = 总线上 10 项的均值 − 自己那一项，越过 0.5 就举请求。让路是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单向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的：落后的节点永不让路。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执行：让位，不是门控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。只对「会从请求者出向 hop 骑过去」的 flit 让路，同时前瞻改发一个会先下环的 flit，让自己的 hop 不空转。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4095243"/>
            <a:ext cx="2672791" cy="1150029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62872" y="4186683"/>
            <a:ext cx="2050999" cy="9671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与 S1 的关键差别：S1 的执行器是令牌桶闸门（没额度就不上环，让出的槽被沿途吃掉）；S22 只在具体某一拍上让出具体某个位置。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1976" y="5391577"/>
            <a:ext cx="2672791" cy="9360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62872" y="5483017"/>
            <a:ext cx="2050999" cy="7531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00" b="0">
                <a:solidFill>
                  <a:srgbClr val="FFFFFF"/>
                </a:solidFill>
                <a:latin typeface="Microsoft YaHei"/>
              </a:rPr>
              <a:t>同等公平度下让位比门控省 10 倍带宽：S23 门控付 1.50%，S22 让位只付 0.15%（K = 2000 同轮对比）。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0.94799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S22 写侧 100 拍 Jain（S0 = 0.92818）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总写带宽 −2.21%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5-s22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8801" y="1024128"/>
            <a:ext cx="7415580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46557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四根柱依次 S0 / S1 / S16 / S22，橙虚线 = 理论上限 R*；写侧 K = 20000。后两幅是公平性的两个不同问题，见右侧第三张卡。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比 S1 全面更好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Jain 0.94799 vs S1 的 0.95675 基本持平，但带宽只让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2.21%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，S1 要让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16.3%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；max/min 1.2230 vs 1.3586。硬件还便宜 34%（13,920 vs 21,220 FF‑eq）。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数字上被 S16 支配，但层次不同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 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1/15 的硬件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拿到更高的 Jain（0.98466）和更小的带宽代价（0.39%）。S22 唯一的、也是决定性的优势：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它只改环上仲裁，一点事务层都不碰。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29440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两个公平性指标分别在问什么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654320"/>
            <a:ext cx="3125114" cy="1502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瞬时均衡度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（每 100 拍算一次 Jain 再平均）问的是：在任意一小段时间里，十个核是不是同时都在被服务。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长期速率差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（整窗最快核带宽 ÷ 最慢核带宽）问的是：把整个争用窗平均下来，有没有哪个核被系统性地拖慢。S0 = 1.5663 意味着最快的核长期比最慢的核快 57%。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E V E 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哪些已经关死，哪些还开着，以及下一步该由谁拍板。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B O T T O M   L I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带宽线已基本关死；公平缺陷是真实的，但它不必用带宽去换。真正要拍板的不是数字，而是层次 —— 动得了事务层就选 S16，动不了就选 S22。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结论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C O N C L U S I O N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四条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81328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① 带宽线已基本关死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210290"/>
            <a:ext cx="2197531" cy="147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S0 = 96.97% R*，最忙的链路 96.98% 满；3.03% 的缺口已逐拍闭合（5 拍绕环 + 2,181 拍空转）。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拥塞控制的带宽目标应是「不弄丢」，不是「抬上去」。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1328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② 公平缺陷是真实的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10290"/>
            <a:ext cx="2197531" cy="147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不是采样噪声：把抖动完全抹平后的 Jain 上限只有 0.96458，六快四慢是几何决定的固定分组（核间速率比 1.5673）。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要提高均衡度就必须真的搬速率，只整时机不够。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6998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③ S1 的路子方向错了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096813"/>
            <a:ext cx="2197531" cy="17014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它用「自己上环失败」当拥塞信号，在无缓存环上这多半是别人的 transit 造成的 —— 等于惩罚受害者；执行器又是闸门，让出的槽被沿途吃掉。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结果是 −16.3% 带宽只换来 +0.029 Jain。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98298"/>
            <a:ext cx="2197531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④ 两头能同时拿住，但要动事务层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273430"/>
            <a:ext cx="2197531" cy="1626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S16 把决策点放回 completer：Jain 0.92818 → 0.98466，max/min → 1.0001，带宽只让 0.39%，硬件 900 FF‑eq。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代价是它改的是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HA 何时给谁发 DBIDResp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，属事务层调度。只改环上仲裁的 S22 完全不碰这一层，但要贵 15 倍、多让 1.8 个点带宽。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D20A2E"/>
                </a:solidFill>
                <a:latin typeface="Microsoft YaHei"/>
              </a:rPr>
              <a:t>所以这是一道层次题，不是一道数字题。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贯穿全篇的机制结论：在无缓存环上「把速率从快核转移给慢核」本身是有损的 —— 让出的气泡只能向下游传递、沿途会被吃掉。所以执行器要么选让位（S22），要么干脆别产生气泡（S16 扣授权）。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建议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C O M M E N D A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一步无条件先做，一步二选一，外加一份不建议清单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68706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第一步 · 0 FF‑eq · 无条件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643838"/>
            <a:ext cx="2160955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每核在飞上限收到 32。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零硬件、无流量先验：覆盖最坏 89 拍 RTT 只需约 26 笔，再多就只是在已经饱和的环上排队。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uniform 绕环重发从上千拍降到 5 拍；非均匀流量带宽 +33%。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194560"/>
            <a:ext cx="2599867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3110552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二选一 A · 900 FF‑eq · 需动事务层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785684"/>
            <a:ext cx="2160955" cy="1077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S16 授权保留。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写侧 Jain 0.92818 → 0.98466、带宽只让 0.39%、非均匀流量拿到 R* 的 99.74% —— 四个方案里唯一两头都不亏的。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前提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：completer 的授权调度可改。线格式与协议状态机不动，但要改 HA 何时给谁发 DBIDResp，须 IP 可改并过一次合规复核。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2963978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二选一 B · 13,920 FF‑eq · 不碰事务层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639110"/>
            <a:ext cx="2160955" cy="1370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S22-stock。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当 HA 是不可改的硬 IP 时的落点：只改环上仲裁 —— 这一拍谁让出哪个位置。协议、事务层、线格式零改动。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Jain 0.94799、带宽 −2.21%，全面优于 S1 且便宜 34%。</a:t>
            </a:r>
            <a:r>
              <a:rPr sz="950" b="1">
                <a:solidFill>
                  <a:srgbClr val="D20A2E"/>
                </a:solidFill>
                <a:latin typeface="Microsoft YaHei"/>
              </a:rPr>
              <a:t>代价是比 A 贵 15 倍、多让 1.8 个点带宽。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65650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不建议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362652"/>
            <a:ext cx="2160955" cy="1645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 现状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：−16.3% 带宽换 +0.029 Jain，62 组参数扫描无解。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S19 / S20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：中价位，但在非均匀流量下控制回路一次都没触发。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S16 读侧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：S0 读的十核带宽只差 0.36%，本来就没有问题 —— 不值得为 +0.47% 带宽再动一次事务层。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第 1 步可以立刻单独上线。第 2、3 步二选一，判据不是数字，而是一个工程事实：completer 的授权调度能不能改 —— 能改选 A，不能改选 B。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737360"/>
            <a:ext cx="868680" cy="868680"/>
          </a:xfrm>
          <a:prstGeom prst="ellipse">
            <a:avLst/>
          </a:prstGeom>
          <a:solidFill>
            <a:srgbClr val="22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048256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92608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Arial"/>
              </a:rPr>
              <a:t>T H A N K   Y O 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73552"/>
            <a:ext cx="8229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汇报完毕</a:t>
            </a:r>
          </a:p>
          <a:p>
            <a:pPr algn="l">
              <a:lnSpc>
                <a:spcPct val="96000"/>
              </a:lnSpc>
              <a:spcBef>
                <a:spcPts val="500"/>
              </a:spcBef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请架构组决策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12064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需要拍板的一件事：HA / 内存控制器的授权调度能不能改？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能改 → S16，900 FF‑eq、Jain 0.98466、带宽 −0.39%；不能改 → S22，13,920 FF‑eq、Jain 0.94799、带宽 −2.21%。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B66"/>
                </a:solidFill>
                <a:latin typeface="Arial"/>
              </a:rP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
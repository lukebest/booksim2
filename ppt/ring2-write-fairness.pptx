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20 节点无缓存双向环上的瞬时写带宽公平性：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问题定位 · 理论极限 · 拥塞控制选型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数据口径：uniform tiled 写 · K = 20000 · 单 plane · 每核在飞上限 32 · 瞬时均衡度按 100 拍窗 · 全部可复现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8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问题背景：拓扑、节点、路由与关键 setup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64134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64134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64134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 的问题：带宽已打满，瞬时带宽不均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32257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32257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32257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 方案：检测 / 传递 / 反馈 / 控制与实测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003804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003804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003804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现有拥塞控制算法分类、S1 的位置与补齐的四类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3685032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3685032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3685032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公平性与总带宽的 trade-off：形式化与曲线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366260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366260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366260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理论最优、理想拥塞控制与各方案 Pareto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047488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047488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047488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Pareto 前沿方案详述（免流量先验）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636008" y="5728716"/>
            <a:ext cx="6988759" cy="53492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36008" y="5728716"/>
            <a:ext cx="60350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58968" y="5728716"/>
            <a:ext cx="589147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WriteNoSnp。总带宽已接近理论上限，问题出在「谁在什么时候拿到 slot」。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公平性主指标：100 拍宽的窗内对 10 个核的写带宽算 Jain，再对所有争用窗内的箱取平均。全篇瞬时均衡度都用这个口径。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523744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6423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23342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2890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198089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4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3031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每核在飞上限 = 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99504"/>
            <a:ext cx="2197531" cy="830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最坏情况下一笔写的空载 RTT 是 89 拍，等速率份额 2/7 笔/拍 → 覆盖 RTT 只需约 26 笔，取 32。HA tracker 512 远大于 10 × 32，不绑定。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2960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098797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96.97%，但十个核的瞬时带宽差 1.57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96.97%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5.5412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031" y="1024128"/>
            <a:ext cx="7897119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最忙的 8 条链路（RSP 的 1→0 / 11→10 / 7→8 / 17→18 与对应的 4 条 DAT）占用都是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96.98%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744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3.03%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36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72,186 = 70,000 载有效载荷 + 5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2,181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32、覆盖最坏 RTT；在这个前提下，绕环重发仅 5 拍，剩余缺口来自已分类的空转。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空转是什么组成的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逐拍归因、无残项：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I-tag 主动让位 49.1%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（槽被留给上游预约）、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dry 42.0%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（四段握手串行，HA 手里还没有 RSP 可发）、在环 flit 同拍抢走 8.6%、队头阻塞 0.2%。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D20A2E"/>
                </a:solidFill>
                <a:latin typeface="Microsoft YaHei"/>
              </a:rPr>
              <a:t>能回收的不到 1 个点，且要拿公平性换：I-tag 调强可到 97.59% R*，但 Jain 掉 0.029；加深下环队列也不能改善这一结论。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0.44978，最高 C14 = 0.70449。慢的那四个正是「邻接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1.5663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51599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379679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3800942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0.688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3854826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48698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528434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0.458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381337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0.690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3892131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3722187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0.674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574029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0.466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拍瞬时公平性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0.92818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100 拍分箱平均 JAIN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理想控制器 = 0.99997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同一份数据换观察窗宽度，实测始终低于理想控制器。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567 个箱里 p05 = 0.88533，最差箱 0.84551。右图把观察窗一路放宽：实测只收敛到 0.96458 的天花板，永远追不上理想控制器。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抖动抹平后的上限只有 0.96458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给每核每箱都填上它自己的长期均值（抖动全抹掉、只留速率差），Jain 上限就到顶了 —— 这是任何「只整时机、不搬份额」机制的天花板。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所以要提高均衡度，必须真的搬速率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44.95 vs 70.46 flit/箱（比 1.5673）。核内抖动占方差 53.4%，但封顶的是另外那 46.6% 的核间差 —— 100 拍窗内每核有 59.7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456264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853266"/>
            <a:ext cx="3088538" cy="185275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96.98%（RSP）；K=2000 短探测把绑定 hop 的空槽逐拍分类，「端口空闲」一列合计 1，实质为零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706456"/>
            <a:ext cx="3527450" cy="3182447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2925912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008208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默认档：Jain 0.92818 → 0.95675（+0.029），总写带宽 −16.3%；S1T 把带宽收回后，Jain 回到与 S0 同一水平。信号细分显示 S1 的等级完全由上环失败驱动，下环偏转在 uniform 写下不贡献信息。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下环偏转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220845"/>
            <a:ext cx="2599867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220845"/>
            <a:ext cx="2599867" cy="29649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4030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52259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Jain +0.029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0174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43432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每核写带宽对比；右 = 三个工作点在带宽—Jain 平面上的位置。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拍分箱 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0.95675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1.3586；总写带宽 5.5412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4.6397（−16.3%）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62 组 AIMD 参数网格选出的最优点（dir_split、cap 0.5、w 64、burst 1）：带宽回到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5.5426（+0.03%）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0.92596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1.5815。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+19.5%，Jain −0.031。62 组扫描里，带宽接近 S0 的配置，Jain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十个核的写带宽都下降，快核降得多，慢核也降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1.5663 降到 1.3586：上限与下限同时下移。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下环偏转，量化成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：乘性减由本节点上环失败触发；无缓存环上这些失败多数来自 transit。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各核都下降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C18 0.46574 → 0.42582（−8.6%），快核 C14 0.70449 → 0.54936（−22.0%）。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−16.3%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62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AIMD 参数扫描的工作点数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56 / 478,970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全程下环偏转 / 上环失败累计次数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下环这一路没有任何一窗达到等级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写；右一 = S1 全程每核两路原始信号的累计计数（对数轴）。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8423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4415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时拥塞等级只由本节点 64 拍窗内的上环失败计数决定，总线 down 字段恒为 0；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只由下环偏转决定；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max。AIMD 参数、30 拍总线、受控节点表全部相同。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50803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实测：两档各与一端逐拍重合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86795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 = S1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4.6397、100 拍 Jain 0.95675、完成时间 72,144–86,175。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 = S0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：5.5412 / 0.92818 / 56,779–72,144。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四组曲线两两完全一致，不是近似。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原因在信号量级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1347 窗 × 10 核里上环失败累计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478,970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次、下环偏转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次；等级 = 计数 ÷ 8，下环从未达到等级 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S1 现有等级实际就是上环失败等级；uniform 写下 down 字段不携带信息，省去这 3 bit 不改变任何结果。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1.271 → 1.194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最早：S1D（= S0）→ S1U（= S1）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114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479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S1D（= S0）：六快四慢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六核在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56,779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拍完成，四慢核到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。快核完成的瞬间慢核斜率抬升（57k 处的拐点）——慢核不是能力不足，是满载时抢不到上环机会。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657029"/>
            <a:ext cx="3527450" cy="16706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8581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S1U（= S1）：整体推后、差距收窄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18115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72,144–86,175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，比值 1.194；慢核曲线到 60k 以后才明显分离。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同时十核都变慢：最早完成时刻从 56,779 推到 72,144（+27%）。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657029"/>
            <a:ext cx="3527450" cy="16706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562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Jain 看窗内瞬时份额，完成时间比看长期速率。S1 把 Jain 提高 0.029，完成时间比从 1.271 到 1.194，四慢核依然是同一组核。全部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页的两个正交维度分类：先按拥塞信号（行），再按控制点（列），给出各类优缺点，定位 S1，并补齐本研究原本没有代表方案的四个格子。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页（决定盲区）。灰底 = 已有方案，红框 = S1，绿框 = 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7284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704257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45633"/>
            <a:ext cx="271851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 与 S15。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282906"/>
            <a:ext cx="3084271" cy="19145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49238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这一格的信号语义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833760"/>
            <a:ext cx="2718511" cy="1190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乘性减由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本节点上环失败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触发。无缓存环上这些失败多数来自他人 transit，所以等级同时含「本核注入」和「本核被路过」两件事。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同一行里 S22 不改位宽，只把线上内容从「本窗有多堵」换成「本窗做了多少」，落后与领先可以直接比较。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343774"/>
            <a:ext cx="3084271" cy="98387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435214"/>
            <a:ext cx="2462479" cy="8009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62 组 AIMD 网格：带宽接近 S0 时 Jain 也回到 S0 附近，没有同时明显改善两端的配置。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原本空着的四类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F O U R   E M P T Y   C E L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S0–S23 覆盖了六类，剩下四类本次补齐并实测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34757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S26 · 自适应路由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31759"/>
            <a:ext cx="2197531" cy="223156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：全篇路由固定为「时延最短」，从未被重新计算过。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：每核对两个出向 hop 各维护一个上环失败率 EWMA；最短方向比反向差 0.05 以上、且绕远 ≤ 2 跳，就改走反向。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：无信号、无总线、无新报文，只多一个比较器 —— 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1,560 FF‑eq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S27 · 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：基线只有端到端的 CHI PCrd / tracker 信用，没有任何逐跳信号。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：hop 占用率 ≥ 0.90 拉 XOFF、≤ 0.80 释放；沿相邻节点间的一根线逐跳上传，每跳 1 拍，reach = 2 跳。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：每 (方向, VC) 一根相邻线，不是广播总线 ——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1,960 FF‑eq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S28 · 显式速率反馈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：S1 / S22 播的是拥塞等级或进度，没有方案播「速率」。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：每个 hop 自己数本窗跨过它的核数 N 与占用率 y，按 RCP 的 share ← share×[1+α(C−y)/(C·N)] 更新，6 bit 播出；核取 min over 路径 hop 的 share ÷ 自己在该 hop 的流量占比。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：40 个 hop 各一个 6 bit 字，总线最宽的一类 ——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21,480 FF‑eq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，全研究最贵。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63126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S29 · 预约 / 调度式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60128"/>
            <a:ext cx="2197531" cy="2174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原本为空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是「饿了才预约」，没有方案做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事先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排班。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实现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：2 拍 × 10 核 = 20 拍帧，轮到某核时会骑过它出向 hop 的其他核让位（执行器与 S22 完全相同，只换触发）；每核 1 bit「我有 WriteData 排队」使空闲时隙不被浪费。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bit / 16 拍，比 S1 的总线窄得多 —— 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4,440 FF‑eq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，是 S22 的 1/3。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选点口径：每一类的工作点都由该类自己的参数网格选出（probe_ring2_gapcc/ gapcc2），并取该类在三条轴上最好的那一行 —— 所以一类如果输，是机制输，不是参数没调好。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补齐四类：机制与落点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F O U R   N E W   M E C H A N I S M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4 / 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二维表里原本空着的格子数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S26 / S27 / S28 / S29 已全部实现并实测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6b-gap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9282" y="1024128"/>
            <a:ext cx="6514617" cy="32039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31947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每一格给出该类在这条无缓存双向环上的落点：控制点、信号、以及执行器到底动了什么。四类都跑在与 S0 / S1 完全相同的 fabric 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两类不用任何新线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S26 只看自己两个出向的上环失败率 EWMA；S29 只播 1 bit「我有 WriteData 排队」。两者都不需要测量任何全局量。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两类要加新信号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每 (方向, VC) 一根相邻节点间的线，逐跳上传 reach = 2 跳；S28 要 40 个 hop 各播一个 6 bit share，是全研究最宽的总线。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口径与 S0 / S1 完全一致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K=20000、同一 100 拍分箱、同一 outstanding = 32；每类的工作点由该类自己的参数网格选出。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补齐四类 vs S0 / S1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c-gap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13586"/>
            <a:ext cx="6903720" cy="22856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70900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同一 fabric、同一 K=20000、同一 100 拍分箱。三个数依次为总带宽 / 分箱 Jain / 长期 max-min。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,   N O T   A R G U E 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09332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01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路由与背压：结构性失效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42824"/>
            <a:ext cx="3404311" cy="7179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5.443 / 0.9169 / 1.569 —— 三条轴全输给 S0：环已接近饱和，反向同样满，绕远还多占 (n−h) 个 hop·拍。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S27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3.512 / 0.8837 / 1.263 —— 带宽 −36.6%，均衡度还比 S0 差。无缓存环上「保护链路」等于让链路空转。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2963812"/>
            <a:ext cx="3770071" cy="148910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46692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显式速率：同一类的两个极点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488068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（RCP 反馈）5.480 / 0.9316 / 1.547 —— 带宽几乎不亏，公平也几乎不动：不公平不在 hop 的份额分配，在每核自己上环口的仲裁，算出的 share 高于落后核能上环的速率。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S28S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（每 hop 静态等分）3.338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0.9890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/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 —— 全研究最高的均衡度，代价 40% 带宽。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599221"/>
            <a:ext cx="3770071" cy="172842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876390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S29 与 S1 的三轴数字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17766"/>
            <a:ext cx="340431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S29：5.207 / 0.9607 / 1.332；S1：4.640 / 0.9568 / 1.359。总线 10 bit / 16 拍，对 S1 的 6 bit + 20 项表。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S29 复用 S22 的让位：让出的槽是指名的。前沿仍是 S0 → S16（见 Pareto 页）。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先把「要多一点公平到底该付多少带宽」这条曲线精确算出来，再从它推导出一个同时表示总带宽和均衡度的标量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0.918、S0 0.864、S1 0.731。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红线 = 每个公平目标下的理论最高带宽；13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89654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031030"/>
            <a:ext cx="2855671" cy="1258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J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：要求的最低 100 拍 Jain。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R(J)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：公平度 ≥ J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J，枚举十个核的速率组合，链路每拍 ≤ 1 flit，取总带宽最高的那个。J 从低到高逐点重算即得整条红线（凸优化全局上界，不是对仿真点拟合）。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红线上 = 该公平度下理论最好；红线下 = 机制损失；红线上方不可能。最右端 J=1 即 R* = 5.7143。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39927"/>
            <a:ext cx="7452360" cy="32330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82664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左：LP 上界的 79 个点换到 CoV = √((1−J)/J) 坐标后是一条直线 R = R* + κ·CoV（κ = 2.177，RMS 残差 0.011 flit/cycle，最大相对残差 0.43%）；右：13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→   O N E   S C A L A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7873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28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先回答「总带宽 × 分箱 Jain」是什么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069485"/>
            <a:ext cx="285567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J = 1/(1+CoV²)，且 n·J =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等效均分核数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n_eff（S0 为 9.28 个核）。所以 R·J = 每核平均带宽 × n_eff：只把「相当于被均等服务的那部分核」的带宽算进去。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缺点：等 η 线 R·J = 常数是曲线，与上界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不平行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。理想控制器沿自己的上界从 J = 1 走到 0.914，η 从 1.000 变到 1.022 —— η 惩罚不均衡的汇率不是理想汇率。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33216"/>
            <a:ext cx="3221431" cy="181051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1903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推导出的标量 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0413"/>
            <a:ext cx="2855671" cy="11340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上界是直线 ⇒ 理想控制器把 1 单位 CoV 换成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κ = 2.177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flit/cycle。定义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（等速率等效带宽），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上界任意一点 φ ≡ 1；等 φ 线与上界平行；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1 − φ = (R* − R)/R* + κ·CoV/R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带宽缺口 + 按理想汇率折成带宽的不均衡缺口。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590032"/>
            <a:ext cx="3221431" cy="73761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681472"/>
            <a:ext cx="2599639" cy="554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φ 用一个数同时刻画总带宽和均衡度，单位就是带宽：S16 0.918、S0 0.864、S1 0.731、S28S 0.544。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φ 怎么用：表征一种算法、预测不均衡度、比较方案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A T   φ ,   Δ φ   A N D   φ - R A T I O S   M E A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调参降带宽 → 用 φ 反推 Jain；两方案相减 → 同等公平下的带宽差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86334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φ 表征一种算法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83336"/>
            <a:ext cx="2197531" cy="1928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一个方案的 (R, J) 工作点给出 φ。调参时沿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等 φ 线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移动的算法，就是「以理想汇率把带宽换成公平」的算法。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φ 不变、带宽降到 R′ 时：</a:t>
            </a:r>
            <a:r>
              <a:rPr sz="1200" b="1">
                <a:solidFill>
                  <a:srgbClr val="20242C"/>
                </a:solidFill>
                <a:latin typeface="Microsoft YaHei"/>
              </a:rPr>
              <a:t>CoV′ = (R′ − φ·R*)/κ，J′ = 1/(1+CoV′²)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。预测值是上界：实测 J 不会超过它。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392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预测的验证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36213"/>
            <a:ext cx="2197531" cy="22226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S16 oc 16→12：带宽 5.459→5.275，预测 J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0.998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0.9943。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S29 slot 2→1：预测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0.943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0.9457。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 cap 1.0→0.5：预测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0.958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，实测 0.9443。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S1 spec→harsh：预测 1.0，实测 0.912 —— 过了拐点，见 ③。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98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拐点与交换效率 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6867"/>
            <a:ext cx="2197531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每段旋钮的实测斜率 κ′ = ΔR/ΔCoV，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ε = κ/κ′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实际换到的公平占理想汇率的比例。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oc 48→16 ε = 9.3（几乎白拿）；S29 slot 1→2 0.82；S1 cap 段 0.68–0.79；S28 0.31–0.80。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过拐点后 ΔCoV ≤ 0、ε ≤ 0：只掉带宽不换公平，φ 直接按 ΔR/R* 下降。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769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差值与比值的含义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54693"/>
            <a:ext cx="2197531" cy="19856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Δφ·R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* = 同等均衡度下 A 比 B 多出的带宽（把两者的不均衡差按理想汇率折成带宽后相减）。S16 −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+0.055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（−0.004 带宽 + 0.058 公平）；S1 − S0 =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−0.133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（−0.158 带宽 + 0.025 公平）。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φ_A / φ_B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等速率等效带宽之比 = 同等公平下完成同一批工作的速度比：S16/S0 = 1.063，S0/S1 = 1.182。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(1−φ) 之比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= 离理想控制器的距离之比：S16 走完 S0 → 理想 40% 的路。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η 与 φ 的排序基本一致，但 φ 的差值可直接读成 flit/cycle，并按理想汇率拆成带宽项与公平项；η 的差值没有这种分解。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旋钮实测轨迹：φ 预测的有效范围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S W E E P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上界 ↔ 下界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等 φ 线 = 按理想汇率交换（上界）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等 CoV 线 = 均匀限流、只掉带宽（下界）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22475"/>
            <a:ext cx="8296351" cy="251493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728848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四个方案各扫一个参数（K 见图题）；灰虚线 = 过锚点的等 φ 线，灰点线 = 等 CoV 线，红线 = LP 上界。轨迹越贴近等 φ 线，该参数越接近以理想汇率换公平。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8962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· overcommit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562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oc 16→12 沿等 φ 线走（φ 0.906→0.894，J 0.984→0.994）；12 以下 CoV 钉在 0.07、只掉带宽。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拐点 = oc 12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S29 / S28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 slot 1→2 ε = 0.82，slot ≥ 3 只掉带宽（拐点 slot 2）。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S28 九个 α·burst 点挤在 0.05 CoV 内，ε 0.31–0.80：这个执行器换不动公平。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· band × cap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同一 band 内 cap 1.0→0.25 每段 ε 0.68–0.79；band 从 gentle 换到 spec、harsh 时带宽下台阶而 CoV 回升。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工程用法：给定目标带宽 R′，φ 给出该方案能到的最好 Jain，ε 给出离它多远。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Jain ≈ 1.0。可争的总带宽只有 3 个点，公平性那一侧才是主战场。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J_ideal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0.99997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Jain ≈ 1.0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η =（总带宽 × 分箱 Jain）/ 理想控制器的同一乘积，理想 = 1.0；筛选轮 K = 2000，100 拍窗。横轴 FF‑eq = 等效触发器数，把新增的寄存器、比较器、加法器、乘法器与总线线宽都折算成「相当于多少个 D 触发器」。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57084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25468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严格前沿只剩两个点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66844"/>
            <a:ext cx="3358591" cy="831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S0（0 FF‑eq，η 0.8894）→ </a:t>
            </a:r>
            <a:r>
              <a:rPr sz="95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（900 FF‑eq，η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0.9395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S1 为 21,220 FF‑eq。S22-stock（13,920，η 0.8883）是环仲裁备选；S19 / S20（5,840，η 0.8992）只作 requester 窗口控制的对照。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25328"/>
            <a:ext cx="3724351" cy="217062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334902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补齐的四类：一个都没进前沿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676278"/>
            <a:ext cx="3358591" cy="14466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S26 路由 1,560 / η 0.8724；S27 背压 1,960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0.5319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；S29 调度 4,440 / 0.8659；S28S 12,680 /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0.5861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；S28 速率 21,480 / 0.8405。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五个点的 η 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全部低于 S0 的 0.8894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不是被 S16 挤掉，是连「什么都不做」都没超过。前沿与补齐之前完全一致。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其中 S29：4,440 FF‑eq，约为 S22-stock 的 1/3，η 只差 S22-stock 0.022（详见 S29 两页）。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42260"/>
            <a:ext cx="3724351" cy="885387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33700"/>
            <a:ext cx="3102559" cy="70250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判据是「离理想控制器有多近」：S16 把 η 从 0.8894 推到 0.9395，走完 S0 与理想之间 45% 的距离。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固定非均匀流量下的带宽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 两节点簇。R* 用它自己的目的地分布重解 = 2.0000，绑定资源变成热簇的下环口。此处</a:t>
            </a:r>
            <a:r>
              <a:rPr sz="1000" b="1">
                <a:solidFill>
                  <a:srgbClr val="667080"/>
                </a:solidFill>
                <a:latin typeface="Microsoft YaHei"/>
              </a:rPr>
              <a:t>只看总带宽</a:t>
            </a:r>
            <a:r>
              <a:rPr sz="1000" b="0">
                <a:solidFill>
                  <a:srgbClr val="66708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B U S T N E S S   T O   T R A F F I C   S H I F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94443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5910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为什么这里不看瞬时 Jain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32432"/>
            <a:ext cx="3358591" cy="3391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十个核全部打同一个两节点热簇，谁快谁慢由「离热簇几跳」直接决定，拥塞点也不在注入侧 —— 这一页只考察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总带宽是否被换掉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2498911"/>
            <a:ext cx="3724351" cy="140566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268179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前沿只剩两点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02316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S0 本身就已经拿到 R* 的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98.76%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；在此之上 </a:t>
            </a:r>
            <a:r>
              <a:rPr sz="8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（900 FF‑eq）到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99.74%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，E-tag 绕环降到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35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更贵的方案全部更差：S19 / S20 = 99.08%，S22-stock = 98.75%，S1 = 98.35%。hot 的拥塞在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目的地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，而 S16 是唯一把控制点放在那里的方案。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4050881"/>
            <a:ext cx="3724351" cy="153744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83295" y="4233761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补齐四类在这里的表现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5" y="4575137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20242C"/>
                </a:solidFill>
                <a:latin typeface="Microsoft YaHei"/>
              </a:rPr>
              <a:t>S29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（4,440 FF‑eq），与 S22-stock 的 98.75% 只差 0.09 个百分点，硬件是它的 1/3；S28S = 96.39%，S28 = 94.66%，S26 = 93.34%，S27 = 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72.23%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0">
                <a:solidFill>
                  <a:srgbClr val="20242C"/>
                </a:solidFill>
                <a:latin typeface="Microsoft YaHei"/>
              </a:rPr>
              <a:t>换 pattern 也没有换前沿，仍是 S0 → S16；但「只动环仲裁」这一支上，最便宜的点由 S22-stock 变成了 S29。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00415" y="5734632"/>
            <a:ext cx="3724351" cy="59301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11311" y="5826072"/>
            <a:ext cx="3102559" cy="4101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结论：换流量 pattern 之后，S16 仍然不亏带宽 —— 它不含任何 pattern 先验。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599166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1940542"/>
            <a:ext cx="2444191" cy="15128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（S0、S1T、S19、S20、S28、S26、I-tag）：快核 ~57k 完成，慢核 72–74k，比值 1.13–1.28。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十线重合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（S16 1.000、S28S 1.015）：每核速率被钉在同一值。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（S22 1.117、S27 1.153、S29 1.158、S1 1.194）：慢核仍慢，差距收窄。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4015728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357104"/>
            <a:ext cx="2444191" cy="916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S28S 十线重合但总时长 119.8k（S0 的 1.66 倍）：等分速率把每核限在 λ*，却把 R 压到 3.34。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Jain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18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十核最早与最晚完成时刻之差（72,404 → 72,422）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15,365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Jain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Jain 最低（0.884）但完成时间比 1.153，好于 S1 的 1.194：背压把所有核一起拖慢，长期份额反而接近。S22 Jain 0.948 低于 S1 的 0.957，完成时间比却是 1.117 对 1.194。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只有 S16 两项同时到底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−0.39%。S28S 也做到 1.015，但用 40% 带宽换来（总时长 119.8k）。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Jain 回答「任一 100 拍里有没有核被饿」，完成时间比回答「一批工作最后是谁拖尾」；两者都要看，S1 的 0.029 Jain 增益对应完成时间比 −0.077。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16。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overcommit 要跟着在飞上限走：上限 32 时取 16（12–16 是一段平台）。取 64 就永远扣不住任何东西，S16 会退化成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0.98466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−0.39%，整窗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4351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920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写：几乎白拿的公平性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0.92818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0.98466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1.5663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S1：Jain 0.95675，带宽 −16.3%。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十个核的读带宽只差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（0.5603–0.5623），Jain 0.99067、max/min 1.0035，带宽已到 R* 的 97.96%。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003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360235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把带宽推到 98.41%（+0.47%）、Jain 到 0.99449，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−20.5%、Jain 0.97474。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1.0035）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1.5663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882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048173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每核读带宽 0.427–0.673，max/min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1.578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0.9623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5.387（R* 的 94.3%）。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1.0035、Jain 0.9907。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1.0014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，但 Jain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0.9751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、最差箱 0.811 —— 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1.252 / 1.004 / 1.002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最早 7,414、最晚 9,281；慢核曲线在快核完成后抬升，与写侧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1.004 与 1.002，十条线不可分。4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16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16，逻辑逐字相同）。左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所以总带宽只让 0.39%。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≤0.28%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/ S20 的总带宽与 S0 的最大差异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Jain、整窗最快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5.5255（vs S0 −0.28%）、Jain 0.93324、max/min 1.5515。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5.5478（vs S0 +0.12%）、Jain 0.93017、max/min 1.5514。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Jain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00" b="0">
                <a:solidFill>
                  <a:srgbClr val="FFFFFF"/>
                </a:solidFill>
                <a:latin typeface="Microsoft YaHei"/>
              </a:rPr>
              <a:t>同等公平度下让位比门控省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0.94799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S22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−2.21%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S22：Jain 0.94799，带宽 −2.21%，max/min 1.2230，13,920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S1：Jain 0.95675，带宽 −16.3%，max/min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114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71384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拿到更高的 Jain（0.98466）和更小的带宽代价（0.39%）。S22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 Jain 再平均）问的是：在任意一小段时间里，十个核是不是同时都在被服务。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1.5663 意味着最快的核长期比最慢的核快 57%。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0.96074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S29 写侧 100 拍 Jain（S0 = 0.92818）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−6.04%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5.2067，Jain 0.96074，max/min 1.3323，4,440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4.6397，Jain 0.95675，max/min 1.3586，21,220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Jain 0.96074 高于 S22 的 0.94799，但带宽 −6.04% 对 −2.21%、max/min 1.3323 对 1.2230 都更差。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−6.04% vs −2.21% 的全部来源。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52 / 56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53 / 56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最忙链路利用率 96.98%；相对 R* 的 3.03% 缺口已按拍拆成有效载荷、绕环重发和四类空转，账目无残项。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六快四慢随时间稳定存在；即使完全抹平瞬时抖动，Jain 上限仍只有 0.96458，核间长期速率比为 1.5673。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R(J) 理论边界与等速率上限 R* = 5.7143；边界在 CoV 坐标下是直线，给出单一标量 φ = (R − 2.177·CoV)/R*（S16 0.918、S0 0.864）；再用 100 拍 Jain、完成时间比、硬件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48176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878767"/>
            <a:ext cx="2197531" cy="21375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S16 在 HA 授权点直接重排服务：900 FF‑eq，Jain 0.98466，max/min 1.0001，总带宽仅 −0.39%。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第 21 页空着的四格已实测：S26 / S27 结构性失效，S28 不动公平，S28S 用 40% 带宽换公平；S29 为 5.207 / 0.9607 / 1.332。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若事务层不可改，只动环仲裁：S22（13,920 FF‑eq）效果最好，S29（4,440）便宜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54 / 56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：当前所有可实现点里，S16 离理论上界最近、硬件代价最低，并在 uniform / hot 两类流量下都不显著损失带宽。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−6.04% 对 S22 的 −2.21%，Jain 0.96074。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Jain 0.99067、max/min 1.0035，维持现状；64 B 读会重现六快四慢（max/min 1.578），若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55 / 56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56 /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
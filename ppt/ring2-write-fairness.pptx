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每核在飞上限 32 · 瞬时均衡度按 100 拍窗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38666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738666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517212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517212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控制与实测代价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295758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295758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4074305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074305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852851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852851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631397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631397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公平性主指标：100 拍宽的窗内对 10 个核的写带宽算 Jain，再对所有争用窗内的箱取平均。全篇瞬时均衡度都用这个口径。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3031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每核在飞上限 =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9504"/>
            <a:ext cx="219753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最坏情况下一笔写的空载 RTT 是 89 拍，等速率份额 2/7 笔/拍 → 覆盖 RTT 只需约 26 笔，取 32。HA tracker 512 远大于 10 × 32，不绑定。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96.97%，但十个核的瞬时带宽差 1.57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96.97%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5.5412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031" y="1024128"/>
            <a:ext cx="7897119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最忙的 8 条链路（RSP 的 1→0 / 11→10 / 7→8 / 17→18 与对应的 4 条 DAT）占用都是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96.98%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50744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3.03%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86736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72,186 = 70,000 载有效载荷 + 5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2,181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32、覆盖最坏 RTT；在这个前提下，绕环重发仅 5 拍，剩余缺口来自已分类的空转。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空转是什么组成的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逐拍归因、无残项：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I-tag 主动让位 49.1%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（槽被留给上游预约）、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dry 42.0%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（四段握手串行，HA 手里还没有 RSP 可发）、在环 flit 同拍抢走 8.6%、队头阻塞 0.2%。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D20A2E"/>
                </a:solidFill>
                <a:latin typeface="Microsoft YaHei"/>
              </a:rPr>
              <a:t>能回收的不到 1 个点，且要拿公平性换：I-tag 调强可到 97.59% R*，但 Jain 掉 0.029；加深下环队列也不能改善这一结论。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0.44978，最高 C14 = 0.70449。慢的那四个正是「邻接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1.5663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79679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80094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85482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48698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528434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8133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89213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72218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57402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拍瞬时公平性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0.92818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100 拍分箱平均 JAIN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理想控制器 = 0.99997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同一份数据换观察窗宽度，实测始终低于理想控制器。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567 个箱里 p05 = 0.88533，最差箱 0.84551。右图把观察窗一路放宽：实测只收敛到 0.96458 的天花板，永远追不上理想控制器。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抖动抹平后的上限只有 0.96458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给每核每箱都填上它自己的长期均值（抖动全抹掉、只留速率差），Jain 上限就到顶了 —— 这是任何「只整时机、不搬份额」机制的天花板。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所以要提高均衡度，必须真的搬速率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44.95 vs 70.46 flit/箱（比 1.5673）。核内抖动占方差 53.4%，但封顶的是另外那 46.6% 的核间差 —— 100 拍窗内每核有 59.7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96.98%（RSP）；K=2000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方案与代价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拥塞检测、拥塞传递、拥塞反馈、流量控制，以及调参之后的两难。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的公平性来自「把所有人一起压慢」：Jain +0.029，总带宽 −16.3%；调参把带宽拿回来之后，公平性也一起还了回去。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四段本身都成立，问题出在第 ① 段的信号语义：在无缓存环上，一个核的上环失败大多由别人的 transit 造成，所以这条信号分不清「我太贪」和「我被挤」。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效果：两个旋钮各拿一头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U N I N G   O U T C O M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默认档的总写带宽代价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换来 Jain +0.029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96153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39411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三个工作点在带宽—Jain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拍分箱 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0.95675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1.3586；总写带宽 5.5412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4.6397（−16.3%）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。公平性进步是真的，带宽代价也是真的。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参数网格自己选出的最优点（dir_split、cap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5.5426（+0.03%）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，但 Jain 掉回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0.92596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反升到 1.5815 —— 和 S0 实质相同。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两档之间没有中间地带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+19.5%，Jain −0.031，一分不少地还回去。62 组扫描里没有出现「带宽基本不掉、Jain 明显更好」的配置 —— 这不是没调好，是机制本身的形状。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为什么换不来公平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I T   D O E S   N O T   T R A N S F E R   R A T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期望是「把份额从快核搬给慢核」，实测是「把所有人一起压慢」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极差变小，是因为上限被砍、下限也跟着掉，而不是速率发生了转移。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期望的动作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快核让速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：拥塞等级高的路径上，占优核先降预算。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让出的槽被慢核接手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：C0 / C8 / C10 / C18 拿到本来挤不上的 hop。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总量不变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：份额重新分配，总带宽守恒。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实测发生的事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触发条件搞反了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：乘性减由「自己上环失败了」触发，而无缓存环上这些失败大多是别人的 transit 造成的 —— 等于惩罚受害者。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所有核一起下降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：慢核 C18 0.46574 → 0.42582（−8.6%），快核 C14 0.70449 → 0.54936（−22.0%）。max/min 变好，是上限被砍出来的。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闸门型执行器丢槽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：令牌桶「没额度就不上环」，而无缓存环上让出的槽不会被记账保留，沿途任何节点都能吃掉。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默认 S1 的总写带宽代价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参数扫描，无一组两头都好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先把「要多一点公平到底该付多少带宽」这条曲线精确算出来。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 —— 但这是全部的代价，S1 付的远不止这些。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73215"/>
            <a:ext cx="7452360" cy="35664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349376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红线 = 每个公平目标下的理论最高带宽；点 = 官方 K = 20000 实测。其中 I-tag 点只是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4730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105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2432"/>
            <a:ext cx="2855671" cy="1172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：第 c 个核的事务速率；十个核就是十个待选择的速率。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链路占用表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：每个核发一笔事务，会占哪些链路、各占几拍。路由和握手固定后，这张表也是固定的。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J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：本次要求的最低 Jain 公平度，例如 0.95。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R(J)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：在公平度不低于 J 的前提下，所有核合计最多能跑多快。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27540"/>
            <a:ext cx="3221431" cy="104341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118980"/>
            <a:ext cx="2599639" cy="860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一个红线点怎么来：先固定 J，再尝试十个核的所有速率组合；任何链路都不能超过每拍 1 flit，最后保留总带宽最高的组合。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4217262"/>
            <a:ext cx="3221431" cy="94112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4308702"/>
            <a:ext cx="2599639" cy="758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把 J 从低到高逐点重算，就得到整条红线。这是标准凸优化的全局上界（只有数值求解误差），不是对仿真点做拟合。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03336" y="5304689"/>
            <a:ext cx="3221431" cy="102295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5396129"/>
            <a:ext cx="2599639" cy="8400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读图：红线上 = 该公平度下理论能做到的最好结果；红线下 = 实际机制损失；红线上方 = 资源容量不允许。J = 1 的最右端就是等速率上限 R* = 5.7143。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Jain ≈ 1.0。可争的总带宽只有 3 个点，公平性那一侧才是主战场。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J_ideal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0.99997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Jain ≈ 1.0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η =（总带宽 × 分箱 Jain）/ 理想控制器的同一乘积。理想 = 1.0。筛选轮 K = 2000，100 拍窗。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045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591056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横轴的 FF‑eq 是什么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32432"/>
            <a:ext cx="2489911" cy="793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FF‑eq = 等效触发器数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（flip-flop equivalent）：把方案新增的寄存器、比较器、加法器、乘法器、总线线宽都折算成「相当于多少个 D 触发器」，得到一个可以横向比较的面积代价。S1 = 21,220 FF‑eq 就是这么算出来的。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2959063"/>
            <a:ext cx="2855671" cy="184523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141943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严格前沿只剩两个点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483319"/>
            <a:ext cx="2489911" cy="13993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S0（0 FF‑eq，η 0.8894）→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FF‑eq，η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0.9395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）。900 FF‑eq 买到离理想控制器最近的位置，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比 S1 便宜 24 倍、η 高 0.174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S22-stock（13,920，η 0.8883）保留为事务层不可改时的环仲裁备选；S19 / S20（5,840，η 0.8992）只作为 requester 窗口控制的研究对照。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I-tag t_inj=2 / hold=2 只是 S0 参数重调，不再作为独立方案计成本或入选。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4950605"/>
            <a:ext cx="2855671" cy="13770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042045"/>
            <a:ext cx="2233879" cy="11941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判据是「离理想控制器有多近」，不是任何一条固定验收线：S16 把 η 从 0.8894 推到 0.9395，走完了 S0 与理想之间 45% 的距离。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8817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641143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Jain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82519"/>
            <a:ext cx="248991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十个核全部打同一个两节点热簇，谁快谁慢由「离热簇几跳」直接决定，拥塞点也不在注入侧。这种流量下的瞬时均衡度既不是设计目标、也不反映控制器好坏 —— 这一页只考察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3042652"/>
            <a:ext cx="2855671" cy="20563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256845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598221"/>
            <a:ext cx="2489911" cy="1323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固定实验配置下，S0 本身就已经拿到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98.76%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。在此之上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FF‑eq）到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99.74%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，E-tag 绕环降到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35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更贵的方案全部更差：S19 / S20 = 99.08%，S22-stock = 98.75%，S1 = 98.35%。原因是 hot 的拥塞在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，而 S16 是唯一把控制点放在拥塞发生地的方案；源端之间的公平化在这里毫无帮助，还因让位 / 门控白扔槽位而亏带宽。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5245340"/>
            <a:ext cx="2855671" cy="108230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336780"/>
            <a:ext cx="2233879" cy="8994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结论：换流量 pattern 之后，S16 仍然不亏带宽 —— 它不含任何 pattern 先验。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两个落地候选、两个研究对照：机制示意 + 与 S0 / S1 的同口径实测。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是主方案，S22 是事务层不可改时的环仲裁备选；S19 / S20 用于验证 requester 动态窗口的边界，不进入最终架构建议。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16。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overcommit 要跟着在飞上限走：上限 32 时取 16（12–16 是一段平台）。取 64 就永远扣不住任何东西，S16 会退化成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0.98466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−0.39%，整窗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01394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74992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写：几乎白拿的公平性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0.98466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（S1 只到 0.95675），整窗 max/min 1.5663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，速率差实质抹平；总带宽只让 0.39%，而 S1 要让 16.3%。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十个核的读带宽只差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（0.5603–0.5623），Jain 0.99067、max/min 1.0035，带宽已到 R* 的 97.96%。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读侧没有待解决的问题。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把带宽推到 98.41%（+0.47%）、Jain 到 0.99449，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顺带一条反证：同样管读、但把控制放在请求端的 S1-R 掉 20.5% 带宽、Jain 反而更低（0.97474）。控制点必须在 HA 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≤0.28%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/ S20 的总带宽与 S0 的最大差异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488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Jain、整窗最快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5.5255（vs S0 −0.28%）、Jain 0.93324、max/min 1.5515。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5.5478（vs S0 +0.12%）、Jain 0.93017、max/min 1.5514。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Jain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与 S1 的关键差别：S1 的执行器是令牌桶闸门（没额度就不上环，让出的槽被沿途吃掉）；S22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同等公平度下让位比门控省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0.94799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S22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−2.21%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比 S1 全面更好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0.94799 vs S1 的 0.95675 基本持平，但带宽只让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2.21%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，S1 要让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16.3%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；max/min 1.2230 vs 1.3586。硬件还便宜 34%（13,920 vs 21,220 FF‑eq）。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拿到更高的 Jain（0.98466）和更小的带宽代价（0.39%）。S22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 Jain 再平均）问的是：在任意一小段时间里，十个核是不是同时都在被服务。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1.5663 意味着最快的核长期比最慢的核快 57%。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S16；事务层不能改，则验证只动环上仲裁的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3589"/>
            <a:ext cx="2599867" cy="29943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最忙链路利用率 96.98%；相对 R* 的 3.03% 缺口已按拍拆成有效载荷、绕环重发和四类空转，账目无残项。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3589"/>
            <a:ext cx="2599867" cy="29943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六快四慢随时间稳定存在；即使完全抹平瞬时抖动，Jain 上限仍只有 0.96458，核间长期速率比为 1.5673。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3589"/>
            <a:ext cx="2599867" cy="29943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86334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83336"/>
            <a:ext cx="2197531" cy="192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由逐链路占用约束求得 R(J) 理论边界与等速率上限 R* = 5.7143；再用 100 拍 Jain、长期 max/min、硬件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3589"/>
            <a:ext cx="2599867" cy="299432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S16 在 HA 授权点直接重排服务：900 FF‑eq，Jain 0.98466，max/min 1.0001，总带宽仅 −0.39%。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若事务层不可改，S22 是只动环仲裁的备选；S19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只保留一主一备，明确研究边界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3539642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65650"/>
            <a:ext cx="3100730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2652"/>
            <a:ext cx="3100730" cy="1645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：当前所有可实现点里，S16 离理论上界最近、硬件代价最低，并在 uniform / hot 两类流量下都不显著损失带宽。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：确认 HA 授权时序、CHI 合规性和现有 tracker 接口可支持。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6026" y="2194560"/>
            <a:ext cx="35396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45482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5482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5482" y="3150050"/>
            <a:ext cx="3100730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5482" y="3547052"/>
            <a:ext cx="3100730" cy="127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：6 bit 进度总线复用、30 拍反馈稳定性、让路范围和现有注入队列深度下的收益。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：性能次于 S16，但控制面完全留在环层。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5124" y="2194560"/>
            <a:ext cx="35396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04580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4580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4580" y="3069671"/>
            <a:ext cx="3100730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4580" y="3466673"/>
            <a:ext cx="3100730" cy="14372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：仅保留为 requester-side 研究对照；实测公平性几乎不变，不作为第三层落地路径。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：S0 已达到 Jain 0.99067、max/min 1.0035，维持现状。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：由最坏 RTT 覆盖要求固定，不作为拥塞控制旋钮。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 S22 环仲裁原型。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微架构验证；不允许修改：进入 S22 环仲裁原型。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
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64134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64134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32257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32257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003804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003804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现有拥塞控制算法分类、S1 的位置与补齐的四类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685032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685032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36626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36626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04748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04748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72871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72871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47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47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47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47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5074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86736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32、覆盖最坏 RTT；在这个前提下，绕环重发仅 5 拍，剩余缺口来自已分类的空转。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0.029；加深下环队列也不能改善这一结论。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47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47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47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默认档：Jain 0.92818 → 0.95675（+0.029），总写带宽 −16.3%；S1T 把带宽收回后，Jain 回到与 S0 同一水平。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0174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43432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，Jain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1.5815。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−0.031。62 组扫描里，带宽接近 S0 的配置，Jain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47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十个核的写带宽都下降，快核降得多，慢核也降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1.5663 降到 1.3586：上限与下限同时下移。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下环偏转，量化成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：乘性减由本节点上环失败触发；无缓存环上这些失败多数来自 transit。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各核都下降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参数扫描的工作点数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47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19 页的两个正交维度分类：先按拥塞信号（行），再按控制点（列），给出各类优缺点，定位 S1，并补齐本研究原本没有代表方案的四个格子。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47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19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19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47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19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19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47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18 页（决定天花板）；行 = 拥塞信号 = 第 17 页（决定盲区）。灰底 = 已有方案，红框 = S1，绿框 = 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04257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45633"/>
            <a:ext cx="27185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9238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这一格的信号语义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33760"/>
            <a:ext cx="2718511" cy="1190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本节点上环失败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触发。无缓存环上这些失败多数来自他人 transit，所以等级同时含「本核注入」和「本核被路过」两件事。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同一行里 S22 不改位宽，只把线上内容从「本窗有多堵」换成「本窗做了多少」，落后与领先可以直接比较。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62 组 AIMD 网格：带宽接近 S0 时 Jain 也回到 S0 附近，没有同时明显改善两端的配置。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47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二维表里原本空着的格子数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32；每类的工作点由该类自己的参数网格选出。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47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分箱 Jain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5.443 / 0.9169 / 1.569 —— 三条轴全输给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3.512 / 0.8837 / 1.263 —— 带宽 −36.6%，均衡度还比 S0 差。无缓存环上「保护链路」等于让链路空转。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反馈）5.480 / 0.9316 / 1.547 —— 带宽几乎不亏，公平也几乎不动：不公平不在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静态等分）3.338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0.9890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—— 全研究最高的均衡度，代价 40% 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876390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与 S1 的三轴数字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17766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S29：5.207 / 0.9607 / 1.332；S1：4.640 / 0.9568 / 1.359。总线 10 bit / 16 拍，对 S1 的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 复用 S22 的让位：让出的槽是指名的。前沿仍是 S0 → S16（见 Pareto 页）。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的峰值带宽。S1 默认档实测为 −16.3%。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47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每个公平目标下的理论最高带宽；13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89654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031030"/>
            <a:ext cx="2855671" cy="1258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J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：要求的最低 100 拍 Jain。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R(J)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：公平度 ≥ J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J，枚举十个核的速率组合，链路每拍 ≤ 1 flit，取总带宽最高的那个。J 从低到高逐点重算即得整条红线（凸优化全局上界，不是对仿真点拟合）。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红线上 = 该公平度下理论最好；红线下 = 机制损失；红线上方不可能。最右端 J=1 即 R* = 5.7143。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47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47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47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57084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25468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66844"/>
            <a:ext cx="335859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9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S1 为 21,220 FF‑eq。S22-stock（13,920，η 0.8883）是环仲裁备选；S19 / S20（5,840，η 0.8992）只作 requester 窗口控制的对照。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25328"/>
            <a:ext cx="3724351" cy="217062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334902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补齐的四类：一个都没进前沿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676278"/>
            <a:ext cx="3358591" cy="1446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S26 路由 1,560 / η 0.8724；S27 背压 1,960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0.5319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；S29 调度 4,440 / 0.8659；S28S 12,680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0.5861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；S28 速率 21,480 / 0.8405。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五个点的 η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全部低于 S0 的 0.8894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不是被 S16 挤掉，是连「什么都不做」都没超过。前沿与补齐之前完全一致。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其中 S29：4,440 FF‑eq，约为 S22-stock 的 1/3，η 只差 S22-stock 0.022（详见 S29 两页）。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判据是「离理想控制器有多近」：S16 把 η 从 0.8894 推到 0.9395，走完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47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4443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498911"/>
            <a:ext cx="3724351" cy="140566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68179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2316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；在此之上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是唯一把控制点放在那里的方案。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50881"/>
            <a:ext cx="3724351" cy="153744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3376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补齐四类在这里的表现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57513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S29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（4,440 FF‑eq），与 S22-stock 的 98.75% 只差 0.09 个百分点，硬件是它的 1/3；S28S = 96.39%，S28 = 94.66%，S26 = 93.34%，S27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72.23%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换 pattern 也没有换前沿，仍是 S0 → S16；但「只动环仲裁」这一支上，最便宜的点由 S22-stock 变成了 S29。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34632"/>
            <a:ext cx="3724351" cy="59301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26072"/>
            <a:ext cx="3102559" cy="4101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47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47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47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943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5797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865070"/>
            <a:ext cx="3527450" cy="14625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S1：Jain 0.95675，带宽 −16.3%。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043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4642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读侧没有待解决的问题。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−20.5%、Jain 0.97474。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16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47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16，逻辑逐字相同）。左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所以总带宽只让 0.39%。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S0 −0.28%）、Jain 0.93324、max/min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+0.12%）、Jain 0.93017、max/min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Jain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47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S22：Jain 0.94799，带宽 −2.21%，max/min 1.2230，13,920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S1：Jain 0.95675，带宽 −16.3%，max/min 1.3586，21,220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47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47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47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0.96074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S29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−6.04%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5.2067，Jain 0.96074，max/min 1.3323，4,440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4.6397，Jain 0.95675，max/min 1.3586，21,220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0.96074 高于 S22 的 0.94799，但带宽 −6.04% 对 −2.21%、max/min 1.3323 对 1.2230 都更差。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47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−6.04% vs −2.21% 的全部来源。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最忙链路利用率 96.98%；相对 R* 的 3.03% 缺口已按拍拆成有效载荷、绕环重发和四类空转，账目无残项。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六快四慢随时间稳定存在；即使完全抹平瞬时抖动，Jain 上限仍只有 0.96458，核间长期速率比为 1.5673。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86334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83336"/>
            <a:ext cx="2197531" cy="192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由逐链路占用约束求得 R(J) 理论边界与等速率上限 R* = 5.7143；再用 100 拍 Jain、长期 max/min、硬件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81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78767"/>
            <a:ext cx="2197531" cy="21375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S16 在 HA 授权点直接重排服务：900 FF‑eq，Jain 0.98466，max/min 1.0001，总带宽仅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第 19 页空着的四格已实测：S26 / S27 结构性失效，S28 不动公平，S28S 用 40% 带宽换公平；S29 为 5.207 / 0.9607 / 1.332。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若事务层不可改，只动环仲裁：S22（13,920 FF‑eq）效果最好，S29（4,440）便宜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：当前所有可实现点里，S16 离理论上界最近、硬件代价最低，并在 uniform / hot 两类流量下都不显著损失带宽。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−6.04% 对 S22 的 −2.21%，Jain 0.96074。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656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2652"/>
            <a:ext cx="2160955" cy="1645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：S0 已达 Jain 0.99067、max/min 1.0035，维持现状。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47 / 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
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+ 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56565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56565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17119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17119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54 点网格无点支配 S0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277672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277672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控制点；空白格已核对无既有保留方案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382264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382264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3987799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3987799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可实现点：Pareto、hot、旋钮形状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459333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59333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前沿方案：S16 / S22 / S29 的机制、微架构与实测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19887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19887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6008" y="580440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58968" y="580440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附录 A 单旋钮扫描 · 附录 B 时间线走读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975204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344393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2504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4231"/>
            <a:ext cx="219753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全文统一设定，不是扫描轴。uniform 下最坏空载写 RTT 89 拍 × 等速率 2/7 笔/拍 ≈ 26 笔在飞，所以 128 不绑定环。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仅对 uniform 成立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tracker 512 &gt; 10 × 128。hot 下 10 × 128 压到 2 个 HA，tracker 溢出，见 29 页。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hop；总线延迟固定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3699"/>
            <a:ext cx="8241487" cy="24524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9762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绑定链路的拍数预算（有效载荷 + 绕环重发 + 空转 = makespan）。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。RSP 峰值 98.78%、DAT 峰值 97.22%：双 VC 同时饱和。带宽是被链路卡住的，不是被队列或端口卡住的。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RTT；uniform 下环没有被在飞上限卡住。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官方点是 K = 20000 的带宽工作点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 K = 20000 网格。筛选轮 K = 2000 上 t_inj = 4 同时更高 R、更低 CoV；两套 K 的 φ 相差约 0.03，旋钮页只看形状、不改官方点。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257550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06609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13074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0566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4229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28265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09146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041528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27421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条长按最高核归一。8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65520"/>
            <a:ext cx="8241487" cy="25130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87004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只有一个。它们的写必须挤过更少的分流路径，而其余六核可以在两侧分流。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0.997。改路由也变不出第二个邻居。改 floorplan 是几何根因的自然解法，列为后续实验，不是本次结论。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绑定 hop 是 RSP 98.78%；DAT 峰值 97.22%。核争的是 DAT 注入空隙，RSP 是其镜像。短探测把绑定 hop 空槽逐拍分类，「端口空闲」一列合计近零。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54 点 AIMD 网格中没有一个点支配 S0。S1 默认档：CoV 0.3911 → 0.2169（-0.174），总写带宽 -15.3%。S1T 被 S0 支配（带宽 -1.2%，CoV 0.3940 &gt; 0.3911）。S1U 与 S1 的 CoV / max/min 相同而带宽更高：下环信号是纯负担。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（3 bit × 2 向 = 6 bit 线宽），从不占用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总线延迟固定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062801"/>
            <a:ext cx="8241487" cy="263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8852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CoV，纵轴总写带宽）。圆 / 方 = S1 的 AIMD 网格（band × cap × window × burst × dir_split × scope）；星 = S0 / 出厂 S1 / S1T。下环失败含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4.6982（-15.3%）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的 AIMD 网格选出的最优点（dir_split、cap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两个公平口径都比 S0 差，且掉带宽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被 S0 支配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网格结论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54 点里没有一个同时改善带宽与公平。S1U 与 S1 CoV / max/min 相同，带宽 4.9728 vs 4.6982：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S1U 严格支配 S1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，下环信号只掉带宽。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54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AIMD 参数网格（去重后）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280,470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/ 900,119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下环失败 / 上环失败（S1 全程）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 = 真偏转 0 + FIFO 占用&gt;1  280,470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687" y="1024128"/>
            <a:ext cx="7898672" cy="23943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509949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33653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93571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31741"/>
            <a:ext cx="3527450" cy="219590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2909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387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68,843–80,387。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：4.8976 / 0.3954 / 52,792–81,633。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S1D 不再等于 S0：leave FIFO 占用 &gt; 1 已经能驱动 down 等级。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9153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51450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900,119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280,470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0，FIFO 占用&gt;1  280,470）。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1.546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52,792–81,633，比值 1.546。leave FIFO 占用 &gt; 1 已经进入 down 信号，完成曲线不再等于 S0。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1.236，四慢核依然是同一组核。12 个候选的完成曲线见第六节。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页的两个正交维度分类：先按拥塞信号（行），再按控制点（列），给出各类优缺点并定位 S1。空白格已按保留名单核对：无一落入。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拥塞信号（矩阵的行）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矩阵的行）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控制点（矩阵的列）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矩阵的列）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20 页（决定天花板）；行 = 拥塞信号 = 19 页（决定盲区）。「无」= 保留方案不在此格；灰底 = 既有；红框 = S1；绿框 = 原无代表、本次补齐。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5954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7560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1698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S1T、S15、S21+eq、S23。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149950"/>
            <a:ext cx="3084271" cy="199433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342576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空白格已核对：无既有保留方案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683952"/>
            <a:ext cx="2718511" cy="1304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名单 = 官方 WRITE_CASES + 筛选轮 Pareto（S15 / S17 / S18 / S21 / S21+eq / S23）。每一条都落在有点的格子里。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已撤回的 S24 本会落在「源端速率 × 无信号」，S25 与 I-tag 同格；两者因写死 λ*=2/7、换流量即失效，不计入既有方案。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290592"/>
            <a:ext cx="3084271" cy="10370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382032"/>
            <a:ext cx="2462479" cy="854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空白格的「无」只断言本研究保留名单，不是「文献里不存在这类组合」。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0.740。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上限下的理论最高带宽；12 个候选 + S28S 参考点（灰，静态等分，不入选）。I-tag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红线每一点：固定 Jain（即 CoV）下限，在占用表 A'λ ≤ 1 下求 max R。容量约束线性，Jain 约束是二阶锥，整条线是凸规划全局上界，不是枚举十核组合、也不是对仿真点拟合。网格、去重与 80 个互异点见第 24 页。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为什么见下一页。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左：80 个互异点落成 R = R* + κ·CoV（κ = 2.177，RMS 0.011）。蓝虚线过 S0，纵轴交点即 Φ(S0)。右：1 − φ 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T H E   8 0   P O I N T S   C O M E   F R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66934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7013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80 个红点怎么来的（不是仿真、不是枚举）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42722"/>
            <a:ext cx="3861511" cy="17782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一次规划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：十核速率 λ；占用表 A'λ ≤ 1（每资源 ≤ 1 flit/拍）；Jain(λ) ≥ J（二阶锥 ||λ||₂ ≤ (∑λ)/√(10J)）；max R = 2∑λ。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网格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∈ [0.80, 1]，均匀 121 + 公平端加密 31，去重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148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个目标。每点一次凸规划，λ → 100 拍整数箱得 CoV；R 做 running-min。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去重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目标 &lt; 无约束解自身 Jain（≈ 0.914）时约束松弛，塌到 (CoV = 0.306, R = 6.40)，148 →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80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个互异点。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拟合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：截距钉在 R*，其余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79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点最小二乘 κ = 2.177。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4223824"/>
            <a:ext cx="4227271" cy="130501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4440588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781964"/>
            <a:ext cx="3861511" cy="5666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 = 5.7143，十核完全等速率时的最高带宽；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2.177，红线斜率 = 理想汇率。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*：上界任一点 φ ≡ 1。过 S0 的平行线滑到 CoV = 0 读出 Φ(S0) = 4.693。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675141"/>
            <a:ext cx="4227271" cy="6525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766581"/>
            <a:ext cx="3605479" cy="4696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0.740。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12 个候选 + S28S 参考：旋钮轨迹都不是那根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R_max）；红星 = 该方案轨迹上 φ 最大的点（最靠近 LP 拟合线）。S1 按 band 拆成三条。筛选轮与官方 K 的 φ 相差约 0.03，只看形状。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81196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2022572"/>
            <a:ext cx="3404311" cy="595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红星 = 该面板 φ = (R − κ·CoV)/R* 最大的一点，不是官方默认点。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227485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S16 的 oc 旋钮是 L 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68861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8→12：R 从 4.23 抬到 5.28，CoV 几乎不动（斜率 ≈ 110–150）。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16→64：R 停在 5.43–5.45，CoV 从 0.13 涨到 0.27（斜率 ≈ 0.4）。拐点在 12–16；κ = 2.18，两段都不是红线斜率。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其余旋钮：竖直、不动、或两边都坏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S28S 竖直（静态等分，不入选）；S19 / S20 / S22 / S1T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旋钮同时搅动份额、空转和 100 拍窗抖动，不是 LP 的单一 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等效触发器数。红 = 前沿（同价无人能超）；橙 = 次前沿（去掉前沿后再求 Pareto）。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   +   S E C O N D   F R O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4225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422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前沿：S0 → 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83632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筛选轮面积—φ：S0（0 FF‑eq，φ = 0.851）被 S16（900，φ = 0.906）支配。再贵的点 φ 都超不过 S16，所以前沿只有这两点。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官方 K=20000 现算：S0 φ = 0.821 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96731"/>
            <a:ext cx="3724351" cy="20706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526813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次前沿：S26 / I-tag / S22(w32)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68189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去掉 S0、S16 再求 Pareto：S26（1,560，φ = 0.835）、I-tag 调参（3,120，0.873）、S22 深队列（1,198,560，0.886）。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I-tag 不是独立机制，只是 S0 的 t_inj / hold 调参；S22(w32) 用百万级 FF 换 0.886，仍低于 S16。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13699"/>
            <a:ext cx="3724351" cy="9139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05139"/>
            <a:ext cx="3102559" cy="7310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官方点 S22 / S29 / S1 的 φ 为 0.841 / 0.852 / 0.740，都在两条前沿之外。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hot 流量：φ 无效，直接读 R/R* 与 CoV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39791"/>
            <a:ext cx="7498079" cy="323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82800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hot：十核全写 HA 11 / 13。R* = r_max = 2.0，κ_hot = 0，公平免费。每核 outstanding 固定 128（全文口径）。S16 授权 overcommit = 32。柱 = R/R*，紫点 = CoV。灰柱 S28S 仅作参考。K = 2000。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C A P A C I T Y   F I R S T ,   T H E N   F A I R N E S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92192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3890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outstanding = 128，S16 授权 oc = 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5266"/>
            <a:ext cx="280995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带宽 58.0% R*、CoV 0.204，几乎等于官方 oc = 20 的 57.8%。同口径 S0 = 74.0%，S19 = 98.9%。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授权 oc 是 HA 同时在飞的 DBIDResp 上限，不是 per-core outstanding。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476408"/>
            <a:ext cx="3175711" cy="17083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672630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放宽授权救不了 tracker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4014006"/>
            <a:ext cx="2809951" cy="1011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10 × 128 = 1280 条 REQ 压到 2 个 HA，tracker 512 在授权之前就溢出。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20 → 32 几乎不动柱高。要把 outstanding 压进 tracker （对照 outstanding = 32 时 S16 = 99.7% R*）。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331092"/>
            <a:ext cx="3175711" cy="9965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422532"/>
            <a:ext cx="2553919" cy="813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φ 在本 pattern 下无效（κ_hot = 0），只读 R/R* 与 CoV。S16 失效条件 = 每核 outstanding × 热簇核数 &gt; HA tracker。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旋钮轨迹汇总：三种形状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8-knob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027"/>
            <a:ext cx="7589520" cy="3418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75564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前沿 / 次前沿各扫一个旋钮；K = 2000。红线 = LP 上界；红星 = 该轨迹上 φ 最大的点（最靠近 LP 拟合线）。单旋钮细页见附录 A。S28S 不收录。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S H A P E S ,   N O T   O P E R A T I N G   P O I N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8507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27591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L 形：S16 overcommit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68967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拐点 oc ≈ 12–16 之前带宽白拿；之后只涨 CoV。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φ 最大在 oc = 16；官方 oc = 20 在拐点右侧，留给 RTT 余量，本页不标。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405225"/>
            <a:ext cx="3084271" cy="185074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724640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竖直 / 不动 / 两边都坏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4066016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S21 / S21+eq 近竖直（限流）；S22(w32)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筛选轮与官方 K 的 φ 相差约 0.03，本页只看形状。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402275"/>
            <a:ext cx="3084271" cy="92537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93715"/>
            <a:ext cx="2462479" cy="7424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单旋钮页移入附录 A，避免主线被八张同版式扫描打断。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12 个方案，同一 fabric、K = 20000 uniform 写；每格十条线 = 十核累计上环 WriteData / 配额，虚线 = 最早与最晚完成时刻。S1U / S1D 与 S1 / S0 逐拍相同，不重复。S28S 是 hop 静态等分，不适用于动态非均匀流量，未画。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1.000。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1.236）：慢核仍慢，差距收窄。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S16 完成时间 70,855–70,880，带宽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1.236：背压把所有核一起拖慢，长期份额反而接近。S22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1.236（S0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各保留微架构页。时间线走读见附录 B。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是主方案。事务层不可改时走环仲裁分支：看长期份额选 S22，看 100 拍瞬时选 S29（便宜 3.1 倍）。S19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控制环时间常数：S16 为何结构上赢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I M E   T O   A C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从检测到动手，各方案要等多少拍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49397"/>
            <a:ext cx="2599867" cy="2162708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S16 · 0 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：本地事件（授权完成 / REQ 到达）。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：事件驱动。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动手延迟 =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9640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S22 · 30 + 32 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361044"/>
            <a:ext cx="219753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 bit 进度总线。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：32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赤字永远是上一窗的均值。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S29 · 30–46 拍快照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：固定日历 + 1 bit 需求。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：需求字 30 拍后生效。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采样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 16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不知道谁落后，按核号轮转。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S1 · 30 + 64 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 bit × 2 向等级。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：64 拍 AIMD。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闸门只能扣住，让出的槽被沿途吃掉。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S16 赢在控制点（completer 下环口）和时间常数（事件驱动），不是因为调参运气好。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选取规则：oc ∈ [拐点 16，自然占用 RTT·λ_HA ≈ 32)。官方点 20 是留给 RTT 变化的余量，不是 core_outstanding。取到 128 就扣不住授权，S16 退化成 S0。同一规则解释 hot：λ_HA 变大而 oc 不变，授权窗口相对过窄，见 29 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实测：写侧有效；1 flit 读 S16-R 搬不动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M E A S U R E D   ·   W R I T E   +   R E A D - 1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09849"/>
            <a:ext cx="8241487" cy="2540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4147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20000，WriteData 2 flit）；右两幅 = 只读 workload，CompData = 1 flit（K = 5000）。每幅内三根柱依次 S0 / S1 / S16，橙虚线 = R*。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账本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：makespan 72,150 → 70,923（−1.7%）；绕环重发 1,270 → 22；E-tag 2,783 → 50。+1.7% 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只读 1 flit：S0 和不均的写同一形态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S0：CoV 0.3239、max/min 2.2821、带宽 95.15% R*。慢核仍是 C0 / C8 / C10 / C18。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S16-R：CoV 0.3239、max/min 2.2810、带宽 +0.0% —— 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与 S0 在噪声里，授权重排搬不动环上 hop。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1 flit 读里真正动了的是 S1-R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S1-R：CoV 0.2214、max/min 1.1776、带宽 +0.2%。HA 侧 AIMD 收的是注入，不是授权顺序。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128 B 读仍然齐，见后两页；本页读侧改成与写对称的 1 flit。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30790"/>
            <a:ext cx="8241487" cy="24983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2053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最忙 hop 是 7:1:dat，占用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。每笔 REQ 与 CompData 各 1 flit，两向负载对称，写侧的注入几何经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最忙 hop 仍是 DAT（0.994 / 0.974），CompData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900" b="1">
                <a:solidFill>
                  <a:srgbClr val="D20A2E"/>
                </a:solidFill>
                <a:latin typeface="Arial"/>
              </a:rPr>
              <a:t>1.462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1.007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23744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完成时间比 · CompData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92901"/>
            <a:ext cx="8241487" cy="26663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405070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读，S16-R 搬不动（见前页），要动的是源端（S1-R 把 max/min 收到 1.18）；128 B 及以上读维持现状。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加法，×10。授权流向走读见附录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3920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1915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越线举手 = 落后核要发（要槽），不是停发。领先核看见举手后，才停发「会骑过落后核出向 hop」的那一拍。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W H O   S E N D S ,   W H O   Y I E L D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1641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6042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举手是本核要发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2001803"/>
            <a:ext cx="230703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赤字 = 十核进度均值 − 自己。越过 0.5，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本核举手 =「给我上环机会」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落后核继续发，而且从不让路。让路是单向的：槽只流向更落后的核。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270897"/>
            <a:ext cx="2672791" cy="18656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47456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不发的是领先核，而且只停一拍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15943"/>
            <a:ext cx="2307031" cy="1153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领先核检查：我这一拍要发的 flit，会不会骑过举手者的出向 hop？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会 → 本拍不发这个 flit；能改发一个更早下环的就改发，自己的 hop 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不会挡住举手者 → 照常发。不是关掉整个方向。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282872"/>
            <a:ext cx="267279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374312"/>
            <a:ext cx="205099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S1 没额度就整拍不上环（门控）。S22 只让出「这一拍、这个挡路位置」。K = 2000 同轮：S23 门控付 1.50%，S22 让位付 0.15%。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233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-15.3%，max/min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= 总线 120 + 表 1,600 + 计数 200 + 运算 12,000；运算里加法树 7,200（360 × 20）。时间线走读见附录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20054"/>
            <a:ext cx="8241487" cy="2727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39310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4.6982，CoV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622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S22：两口径各赢一个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221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0.3318（S29 赢瞬时）；max/min 1.2994 对 1.2056（S22 赢长期份额）。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带宽 -3.0% 对 -0.3%。日历不知道谁落后。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hot 必须用同一 outstanding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oc = 128：S29 76.3% R*，S22-stock 73.4%。oc = 32：S29 98.7%，S22-stock 98.8%。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日历是常量，需求位是本地事实，不含 pattern 先验。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= 总线 200 + 计数 240 + 运算 4,000。相对 S22（120 + 1,600 + 200 + 12,000）删掉表与加法树。日历走读见附录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假设与边界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S S U M P T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本材料成立的前提，以及明确不做的事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测量口径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HA think time = 0；闭环批量每核 K 笔；官方点 K = 20000，筛选轮 K = 2000。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两套 K 的 φ 相差约 0.03，旋钮页只看形状。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流量与拓扑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只测 uniform tiled 与 hot（HA 11/13）。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单 plane、时延最短路由、placement 视为固定约束。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物理约束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总线延迟 30 拍不是旋钮。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每核 outstanding = 128 不是扫描轴；hot 下它会溢出 HA tracker。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后续实验，不是本次结论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改 floorplan / 把 N9、N19 换成 HA，是几何根因的自然解法。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动态混合流量、多 plane、HA think &gt; 0 未覆盖。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S28S 是 hop 静态等分，只对固定份额成立，不适用于动态非均匀流量，不入选。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S16；事务层不能改，则在 S22（长期份额）与 S29（瞬时 / 面积）之间取舍。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5339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50398"/>
            <a:ext cx="2197531" cy="2194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0.915。失效条件：oc × 热簇核数 &gt; HA tracker（见 29 页）。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页空白格已核对无既有保留方案；S26 / S27 结构性失效，S28 不动均衡，S28S 静态等分不入选。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若事务层不可改：S22 赢长期份额（max/min 1.2056，φ 0.841），S29 赢瞬时 CoV（0.2352，φ 0.852，面积 1/3）。S19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475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：uniform 下离理论上界最近（φ 0.915）、硬件最低（900 FF‑eq），带宽 +1.7%。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：oc_core ≤ tracker / n_core ≈ 51，或与 requester 窗口配合；hot + oc = 128 时 S16 先掉容量。确认 HA 授权时序与 CHI 合规。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：6 bit 进度总线、30 拍反馈、让路范围。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：环仲裁分支里赢长期份额（max/min 1.2056，13,920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0413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438304"/>
            <a:ext cx="2160955" cy="149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：同上，且希望压硬件。执行器与 S22 相同。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：4,440 FF‑eq（S22 的 1/3）；带宽 -3.0%，CoV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：环仲裁分支里赢 100 拍瞬时、面积最便宜。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4436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41370"/>
            <a:ext cx="2160955" cy="17965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是 hop 静态等分，不适用于动态非均匀流量。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只读会重现六快四慢（max/min 2.2821），S16-R 几乎不动，S1-R 把 max/min 收到 1.1776。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微架构验证（并核对 oc × 热簇 ≤ tracker）；不允许修改：进入环仲裁原型（S22 赢长期份额，S29 赢瞬时 / 面积）。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单旋钮扫描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前沿 / 次前沿每个方案只动一个标量。K = 2000，只看轨迹形状，不改官方点。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H O W   T O   R E A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红线 = LP 上界；折线 = 该旋钮走出的 (R, CoV)；星 = 筛选轮工作点。S16 是 L 形；其余竖直、不动或两边都坏。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S0：扫 I-tag 饥饿阈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t _ i n 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t_inj：连续上环失败多少拍才升 I-tag。off = 关掉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这是基线自己的唯一旋钮，不是拥塞控制器。筛选轮 K = 2000，只看形状。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5.309 到 5.500（Δ = +0.190）；CoV 从 0.190 到 0.352。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16：R = 5.386，CoV = 0.343。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S16：扫授权超额 overcommit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overcommit；星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o v e r c o m m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页前沿（900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overcommit：completer 同时在飞的授权上限。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旋钮是 L 形：oc ≈ 12–16 之前带宽白拿，之后只涨 CoV。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3.309 到 5.458（Δ = +2.149）；CoV 从 0.067 到 0.291。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overcommit = 20：R = 5.432，CoV = 0.220。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S26：扫绕远跳数上限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route_max_extra；星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e x t r a   h o p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76836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页次前沿（1,560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40716"/>
            <a:ext cx="2809951" cy="65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route_max_extra：最短路之外最多允许多走几跳。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只看本节点两个出向的失败率 EWMA，无 pattern 常数。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4.907 到 5.453（Δ = +0.546）；CoV 从 0.270 到 0.343。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route_max_extra = 2：R = 5.407，CoV = 0.291。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I-tag：扫 t_inj（hold 固定为 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I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0   R E T U N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页次前沿（3,120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t_inj：与 S0 同一旋钮，但 itag_hold 冻在 Pareto 点的 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不是独立机制；留在名单只因它在次前沿上。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5.238 到 5.493（Δ = +0.255）；CoV 从 0.119 到 0.299。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2：R = 5.392，CoV = 0.185。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S22(w32)：扫赤字阈值 dfc_margin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2w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dfc_margin；星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d f c _ m a r g i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91021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页次前沿（深队列 + 窗 32，1,198,560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54901"/>
            <a:ext cx="2809951" cy="623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dfc_margin：落后多少才请求让路。窗与队列冻在 w32 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信号是总线上的达成量，不编译 λ*。轨迹几乎不动。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5.503 到 5.536（Δ = +0.033）；CoV 从 0.187 到 0.213。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dfc_margin = 3.0：R = 5.536，CoV = 0.213。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S29：扫日历时隙 slot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tdma_slot；星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l o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页次前沿（4,440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tdma_slot：每个核一次占用出向 hop 的拍数。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日历是拓扑常量，需求位是本地事实，不含 pattern 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4.358 到 5.221（Δ = +0.864）；CoV 从 0.203 到 0.270。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tdma_slot = 2：R = 5.152，CoV = 0.203。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页次前沿（4,960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pace_headroom：把测到的达成速率放大多少再写入漏桶。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速率从本核已拿到的量自时钟，不写死份额。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2.750 到 4.258（Δ = +1.508）；CoV 从 0.063 到 0.326。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S21+eq：扫漏桶余量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页次前沿（6,880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pace_headroom：测到的达成速率放大多少再写入漏桶。均衡开着，tol 冻在 0.02。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比的是总线上的实测达成量，不是 λ*。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0.642 到 4.258（Δ = +3.616）；CoV 从 0.063 到 0.321。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时间线走读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S16 / S22 / S29 各一页逐拍示例，对应正文微架构页。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W H Y   H E 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主线保留微架构以体现可实现性；走读放附录，避免打断决策节奏。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1261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为什么带宽反而 +1.7%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53990"/>
            <a:ext cx="285567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makespan 72,150 → 70,923；绕环重发 1,270 → 22；E-tag 2,783 → 50。增量几乎全部来自消掉重发。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读侧同一套状态可照搬，但正文已证明 128 B 读没有待解决的问题。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2269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964072"/>
            <a:ext cx="285567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6464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06019"/>
            <a:ext cx="28556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
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9464040" y="1097280"/>
            <a:ext cx="731520" cy="731520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607040" y="2011680"/>
            <a:ext cx="1737360" cy="1737360"/>
          </a:xfrm>
          <a:prstGeom prst="ellipse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006840" y="3611880"/>
            <a:ext cx="329184" cy="329184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03920" y="1783080"/>
            <a:ext cx="640080" cy="640080"/>
          </a:xfrm>
          <a:prstGeom prst="ellipse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66928" y="1170432"/>
            <a:ext cx="868680" cy="8686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77824" y="1481328"/>
            <a:ext cx="256032" cy="25603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395728"/>
            <a:ext cx="749807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D20A2E"/>
                </a:solidFill>
                <a:latin typeface="Arial"/>
              </a:rPr>
              <a:t>N O C   A R C H I T E C T U R E   R E V I E W   ·   2 0 - N O D E   B U F F E R L E S S   R I N 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743200"/>
            <a:ext cx="7863840" cy="1792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4800" b="1">
                <a:solidFill>
                  <a:srgbClr val="20242C"/>
                </a:solidFill>
                <a:latin typeface="Microsoft YaHei"/>
              </a:rPr>
              <a:t>满带宽下的</a:t>
            </a:r>
          </a:p>
          <a:p>
            <a:pPr algn="l">
              <a:lnSpc>
                <a:spcPct val="94000"/>
              </a:lnSpc>
              <a:spcBef>
                <a:spcPts val="500"/>
              </a:spcBef>
            </a:pPr>
            <a:r>
              <a:rPr sz="4800" b="1">
                <a:solidFill>
                  <a:srgbClr val="20242C"/>
                </a:solidFill>
                <a:latin typeface="Microsoft YaHei"/>
              </a:rPr>
              <a:t>多核带宽不均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626864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50" b="0">
                <a:solidFill>
                  <a:srgbClr val="667080"/>
                </a:solidFill>
                <a:latin typeface="Microsoft YaHei"/>
              </a:rPr>
              <a:t>20 节点无缓存双向环上的瞬时写带宽公平性：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450" b="0">
                <a:solidFill>
                  <a:srgbClr val="667080"/>
                </a:solidFill>
                <a:latin typeface="Microsoft YaHei"/>
              </a:rPr>
              <a:t>问题定位 · 理论极限 · 拥塞控制选型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6035040"/>
            <a:ext cx="8778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FFFFFF"/>
                </a:solidFill>
                <a:latin typeface="Microsoft YaHei"/>
              </a:rPr>
              <a:t>汇报对象：芯片架构师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FFFFFF"/>
                </a:solidFill>
                <a:latin typeface="Microsoft YaHei"/>
              </a:rPr>
              <a:t>数据口径：uniform tiled 写 · K = 20000 · 单 plane · 每核在飞上限 32 · 瞬时均衡度按 100 拍窗 · 全部可复现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057400"/>
            <a:ext cx="3703320" cy="31089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0976" y="2496311"/>
            <a:ext cx="2926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C O N T E N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2825496"/>
            <a:ext cx="29260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Microsoft YaHei"/>
              </a:rPr>
              <a:t>目录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3922776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7 SECTIONS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6008" y="960120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36008" y="960120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960120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58968" y="960120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问题背景：拓扑、节点、路由与关键 setup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36008" y="1738666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36008" y="1738666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8" y="1738666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58968" y="1738666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S0 的问题：带宽已打满，瞬时带宽不均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36008" y="2517212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36008" y="2517212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36008" y="2517212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58968" y="2517212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S1 方案：检测 / 传递 / 反馈 / 控制与实测代价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36008" y="3295758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36008" y="3295758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36008" y="3295758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58968" y="3295758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公平性与总带宽的 trade-off：形式化与曲线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36008" y="4074305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36008" y="4074305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36008" y="4074305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58968" y="4074305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理论最优、理想拥塞控制与各方案 Pareto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36008" y="4852851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636008" y="4852851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36008" y="4852851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58968" y="4852851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Pareto 前沿方案详述（免流量先验）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36008" y="5631397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636008" y="5631397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36008" y="5631397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58968" y="5631397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结论与建议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02 / 34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O N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问题背景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拓扑、节点角色、路由规则，以及决定结论的那几项关键 setup。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10 个 AI core 对 8 个 memory HA 做 CHI WriteNoSnp。总带宽已接近理论上限，问题出在「谁在什么时候拿到 slot」。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03 / 34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拓扑与节点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04-to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060704"/>
            <a:ext cx="4791456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蓝 = AI core（10）· 橙 = memory HA（8）· 灰 = 非终端 N9 / N19；边上数字为 hop 时延（拍）。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5936" y="1060704"/>
            <a:ext cx="52788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O P O L O G Y   &amp;   R O U T I N 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45936" y="1408176"/>
            <a:ext cx="5278831" cy="201518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28816" y="1809810"/>
            <a:ext cx="49130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20 节点单 plane 双向闭合 full 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8816" y="2151186"/>
            <a:ext cx="49130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节点角色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：10 个 AI core（C0–C18 偶数）发起写；8 个 memory HA（M1–M17 奇数）为 completer；N9 / N19 只转发，不收发。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路由：时延最短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。按链路时延之和选 CW / CCW，时延平局比跳数，再平局取 CW；core→mem 与 mem→core 同一规则。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45936" y="3569664"/>
            <a:ext cx="5278831" cy="161214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4006465"/>
            <a:ext cx="49130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几何后果：本次问题的起点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4347841"/>
            <a:ext cx="4913071" cy="4337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因为 N9 / N19 不是 mem，C0 / C8 / C10 / C18 的「邻接 mem 数」只有 1，其余六核为 2。这一条几何差异，直接决定了后面看到的六快四慢。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5328116"/>
            <a:ext cx="5278831" cy="99953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56832" y="5419556"/>
            <a:ext cx="4657039" cy="816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20 节点 / 1 plane · 10 core + 8 HA + 2 非终端 · 等速率理论上限 R* = 5.7143 flit/cycle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04 / 34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协议：CHI WriteNoSnp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P R O T O C O 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一笔写 = 四拍握手，被计量的只有第三拍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552497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REQ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949499"/>
            <a:ext cx="2160955" cy="471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core → HA，1 flit，走时延最短方向，占 REQ VC。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3552497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DBIDResp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949499"/>
            <a:ext cx="2160955" cy="471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HA → core，1 flit，反方向，占 RSP VC。HA think time = 0。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438342"/>
            <a:ext cx="2599867" cy="2529954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3315812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WriteData ×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712814"/>
            <a:ext cx="2160955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core → HA，2 flit，占 DAT VC。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per-core 写带宽 = 争用窗内成功上环的 WriteData flit / cycle。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3443748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Comp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840750"/>
            <a:ext cx="2160955" cy="6890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HA → core，1 flit，占 RSP VC，释放该笔事务的 tracker 表项。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公平性主指标：100 拍宽的窗内对 10 个核的写带宽算 Jain，再对所有争用窗内的箱取平均。全篇瞬时均衡度都用这个口径。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05 / 34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关键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F A B R I C   C O N F I 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八项决定结论的配置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523744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86423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上环端口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23342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每方向一组 × REQ / RSP / DAT，每口 1 flit/cycle → 每节点 6 个上环口。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523744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86423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下环端口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323342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 (node, VC) 一个「两写一读」buffer：两方向可同拍各写 1 flit，PE 每拍只读 1 flit。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523744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86423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上环队列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323342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 (node, VC) 12 深共享 FIFO + 每向 8 深 inject Q，各接一个上环口。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523744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86423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下环队列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323342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深度 12。整轮里满的比例 0%，从来不是瓶颈 —— 所以带宽不是被下环侧卡住的。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389120"/>
            <a:ext cx="2599867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2890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在环绝对优先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5198089"/>
            <a:ext cx="2197531" cy="4337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bufferless：transit flit 永不被本地注入打断，注入只能挤空隙。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6251" y="4389120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87419" y="472960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I-tag / E-tag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7419" y="5098797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t_inj = 4 定向上游预约单槽；t_xfer = 1，首次下环失败即打标，再到达时最高优先级下环。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5575" y="4389120"/>
            <a:ext cx="2599867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6743" y="463031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每核在飞上限 = 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6743" y="4999504"/>
            <a:ext cx="219753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最坏情况下一笔写的空载 RTT 是 89 拍，等速率份额 2/7 笔/拍 → 覆盖 RTT 只需约 26 笔，取 32。HA tracker 512 远大于 10 × 32，不绑定。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24899" y="4389120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26067" y="472960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专用流控总线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26067" y="5098797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广播，不占 NoC hop；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任何使用固定 30 拍延迟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（物理约束，不是可调项），控制窗 64 拍。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06 / 34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T W 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S0 的具体问题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总带宽已经打到理论上限的 96.97%，但十个核的瞬时带宽差 1.57 倍。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带宽这条线基本关死了；真正的缺陷在公平性一侧，而且是几何决定的固定分组，不是随机抖动。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07 / 34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S0：总带宽已打满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D20A2E"/>
                </a:solidFill>
                <a:latin typeface="Arial"/>
              </a:rPr>
              <a:t>B A N D W I D T H   I S   S A T U R A T E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96.97%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S0 = 5.5412 flit/cycle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占等速率上限 R* = 5.7143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07-totalb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8031" y="1024128"/>
            <a:ext cx="7897119" cy="235000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465575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67080"/>
                </a:solidFill>
                <a:latin typeface="Microsoft YaHei"/>
              </a:rPr>
              <a:t>左 = 每个 VC 的 40 条有向链路按占用率排序，天花板是「每拍 1 flit」；右 = 绑定链路的拍数预算。两幅都不把分箱带宽和理论上限放在同一根轴上。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61146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判据：链路已经快满了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4971384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最忙的 8 条链路（RSP 的 1→0 / 11→10 / 7→8 / 17→18 与对应的 4 条 DAT）占用都是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96.98%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。它们就是 R* 的绑定项 —— 带宽是被链路卡住的，不是被队列或端口卡住的。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087368"/>
            <a:ext cx="3527450" cy="224028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61146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差的 3.03% 是什么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4971384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makespan 72,186 = 70,000 载有效载荷 + 5 绕环重发 +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2,181 空转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，三项逐拍相加相等。在飞上限收到 32 之后，绕环重发已经从上千拍降到 5 拍。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294402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空转是什么组成的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654320"/>
            <a:ext cx="3125114" cy="15028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逐拍归因、无残项：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I-tag 主动让位 49.1%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（槽被留给上游预约）、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dry 42.0%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（四段握手串行，HA 手里还没有 RSP 可发）、在环 flit 同拍抢走 8.6%、队头阻塞 0.2%。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D20A2E"/>
                </a:solidFill>
                <a:latin typeface="Microsoft YaHei"/>
              </a:rPr>
              <a:t>能回收的不到 1 个点，且要拿公平性换：I-tag 调强可到 97.59% R*，但 Jain 掉 0.029；加深下环队列、加大在飞上限都是净亏。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08 / 34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S0：各核写带宽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98448"/>
            <a:ext cx="4206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P E R - C O R E   B A N D W I D T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27631"/>
            <a:ext cx="4572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2900" b="1">
                <a:solidFill>
                  <a:srgbClr val="20242C"/>
                </a:solidFill>
                <a:latin typeface="Microsoft YaHei"/>
              </a:rPr>
              <a:t>六快四慢，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2900" b="1">
                <a:solidFill>
                  <a:srgbClr val="20242C"/>
                </a:solidFill>
                <a:latin typeface="Microsoft YaHei"/>
              </a:rPr>
              <a:t>是固定分组不是抖动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072384"/>
            <a:ext cx="4480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667080"/>
                </a:solidFill>
                <a:latin typeface="Microsoft YaHei"/>
              </a:rPr>
              <a:t>最低 C8 = 0.44978，最高 C14 = 0.70449。慢的那四个正是「邻接 mem 数 = 1」的 C0 / C8 / C10 / C18。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133087"/>
            <a:ext cx="365760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D20A2E"/>
                </a:solidFill>
                <a:latin typeface="Arial"/>
              </a:rPr>
              <a:t>1.5663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809744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整窗 MAX / MIN（S0，K = 20000）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04688" y="1152144"/>
            <a:ext cx="6120079" cy="5175503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15584" y="1552651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82512" y="1534363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2512" y="1534363"/>
            <a:ext cx="2515999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82351" y="1552651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0.455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15584" y="1969617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2512" y="1951329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82512" y="1951329"/>
            <a:ext cx="3796797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82351" y="1969617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0.687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15584" y="2386584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82512" y="2368296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82512" y="2368296"/>
            <a:ext cx="3800942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82351" y="2386584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0.688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15584" y="2803550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82512" y="2785262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82512" y="2785262"/>
            <a:ext cx="3854826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82351" y="2803550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0.698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15584" y="3220516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82512" y="3202228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82512" y="3202228"/>
            <a:ext cx="2486985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82351" y="3220516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0.450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15584" y="3637483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82512" y="3619195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82512" y="3619195"/>
            <a:ext cx="2528434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82351" y="3637483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0.458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15584" y="4054449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82512" y="4036161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82512" y="4036161"/>
            <a:ext cx="3813377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82351" y="4054449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0.690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15584" y="4471416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82512" y="4453128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82512" y="4453128"/>
            <a:ext cx="3892131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82351" y="4471416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15584" y="4888382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82512" y="4870094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382512" y="4870094"/>
            <a:ext cx="3722187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82351" y="4888382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0.674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15584" y="5305348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82512" y="5287060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382512" y="5287060"/>
            <a:ext cx="2574029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82351" y="5305348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0.466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815584" y="5779007"/>
            <a:ext cx="549828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条长按 0.75 flit/cycle 归一。8 个 HA 收到的 WriteData 完全相等（50,000 / HA），所以这不是访存不均。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09 / 34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S0：100 拍瞬时公平性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D20A2E"/>
                </a:solidFill>
                <a:latin typeface="Arial"/>
              </a:rPr>
              <a:t>I N S T A N T A N E O U S   F A I R N E S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0.92818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100 拍分箱平均 JAIN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理想控制器 = 0.99997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09-s0-instb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257156"/>
            <a:ext cx="8296351" cy="25298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878409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左 = 主指标随时间；右 = 同一份数据换观察窗宽度，实测始终低于理想控制器。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不是个别坏箱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567 个箱里 p05 = 0.88533，最差箱 0.84551。右图把观察窗一路放宽：实测只收敛到 0.96458 的天花板，永远追不上理想控制器。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抖动抹平后的上限只有 0.96458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给每核每箱都填上它自己的长期均值（抖动全抹掉、只留速率差），Jain 上限就到顶了 —— 这是任何「只整时机、不搬份额」机制的天花板。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所以要提高均衡度，必须真的搬速率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核间长期速率 44.95 vs 70.46 flit/箱（比 1.5673）。核内抖动占方差 53.4%，但封顶的是另外那 46.6% 的核间差 —— 100 拍窗内每核有 59.7 个 flit，整数粒度不构成限制。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10 / 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根因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O O T   C A U S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几何 × 机制 = 固定的六快四慢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706456"/>
            <a:ext cx="3527450" cy="318244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92591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300820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673762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几何：邻接 mem =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4070764"/>
            <a:ext cx="3088538" cy="14177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N9 / N19 是非终端，于是 C0 / C8 / C10 / C18 紧邻的 memory 只有一个。它们的写必须挤到环上最忙的那几条 hop 上，而其余六核可以在两侧分流。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带宽与邻接 mem 数的相关系数 0.997。改路由也变不出第二个邻居。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2122" y="2706456"/>
            <a:ext cx="3527450" cy="318244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51578" y="292591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1578" y="300820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1578" y="3456264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机制：在环绝对优先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1578" y="3853266"/>
            <a:ext cx="3088538" cy="18527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无缓存环上 transit flit 永不被本地注入打断，注入只能挤空隙。决定上环延迟的是空隙的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分布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而不是总量 —— 坐在热段起点的节点看到的空隙最少、最不规则。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官方 run 最忙 hop 占用 96.98%（RSP）；K=2000 短探测把绑定 hop 的空槽逐拍分类，「端口空闲」一列合计 1，实质为零 —— 没有一个空槽是仲裁失误。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2706456"/>
            <a:ext cx="3527450" cy="318244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316772" y="292591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6772" y="300820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6772" y="3782510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症状：差距全在「等着上环」这一段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6772" y="4179512"/>
            <a:ext cx="3088538" cy="1200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8 个 HA 收到的 WriteData 完全相等，每核每方向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成功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上环数也被路由钉死在 30,000 笔、逐位相同。服务侧没有任何不均。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所以差的不是「谁被服务得多」，而是「谁等得久」—— 决策点在注入排队，不在存储侧。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11 / 34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T H R E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S1 方案与代价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拥塞检测、拥塞传递、拥塞反馈、流量控制，以及调参之后的两难。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S1 的公平性来自「把所有人一起压慢」：Jain +0.029，总带宽 −16.3%；调参把带宽拿回来之后，公平性也一起还了回去。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12 / 34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机制：检测 / 传递 / 反馈 / 控制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S E N D E R - D R I V E N   ·   R A T E - B A S E D   ·   B U S - T R I G G E R E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S1：拥塞等级广播 + 节点级 AIMD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20845"/>
            <a:ext cx="2599867" cy="29649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44030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52259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970653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拥塞检测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367655"/>
            <a:ext cx="2160955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每节点每 64 拍窗统计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上环失败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与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下环偏转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，分 total（任何原因）与 net（仅在环占用造成）两路。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等级 = min(7, 计数 ÷ 8)，量化成 3 bit：0–7→0，8–15→1，…，≥56→7。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220845"/>
            <a:ext cx="2599867" cy="29649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44030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52259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2970653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拥塞传递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367655"/>
            <a:ext cx="2160955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每方向 3 bit 的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专用广播总线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，从不占用 NoC hop，因此不会自我加剧拥塞。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本设计里任何总线使用固定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30 拍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延迟（物理约束）；30 &lt; 窗口 64，所以反馈仍能赶在下一次 AIMD 之前送到。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220845"/>
            <a:ext cx="2599867" cy="29649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44030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52259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3188150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拥塞反馈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585152"/>
            <a:ext cx="2160955" cy="1200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每节点维护一张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受控节点表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 —— 自己的 flit 会经过的那些 path nodes（20 项 × 6 bit）。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反馈值取这些节点等级的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max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：路径上最堵的那一段说了算。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220845"/>
            <a:ext cx="2599867" cy="2964949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44030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52259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2970653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流量控制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367655"/>
            <a:ext cx="2160955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最终等级 = level_of(自身 total 失败 − 8 × 收到的 max net 等级)。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对每窗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整型注入预算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做 AIMD：乘性减 α = 0.75 / 0.5 / 0.25，加性增 β = +16 / +8 / +2，出口是令牌桶闸门。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四段本身都成立，问题出在第 ① 段的信号语义：在无缓存环上，一个核的上环失败大多由别人的 transit 造成，所以这条信号分不清「我太贪」和「我被挤」。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13 / 34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效果：两个旋钮各拿一头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U N I N G   O U T C O M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−16.3%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S1 默认档的总写带宽代价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换来 Jain +0.029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12-s1-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196153"/>
            <a:ext cx="8296351" cy="265181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939411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左 = 每核写带宽对比；右 = 三个工作点在带宽—Jain 平面上的位置。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S1 默认（band = spec）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100 拍分箱 Jain 0.92818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0.95675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，整窗 max/min 1.5663 → 1.3586；总写带宽 5.5412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4.6397（−16.3%）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。公平性进步是真的，带宽代价也是真的。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S1T 每向预算（调参后）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62 组 AIMD 参数网格自己选出的最优点（dir_split、cap 0.5、w 64、burst 1）：带宽回到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5.5426（+0.03%）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，但 Jain 掉回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0.92596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，max/min 反升到 1.5815 —— 和 S0 实质相同。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两档之间没有中间地带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从 S1 走到 S1T：带宽 +19.5%，Jain −0.031，一分不少地还回去。62 组扫描里没有出现「带宽基本不掉、Jain 明显更好」的配置 —— 这不是没调好，是机制本身的形状。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14 / 34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为什么换不来公平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H Y   I T   D O E S   N O T   T R A N S F E R   R A T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11057839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600" b="1">
                <a:solidFill>
                  <a:srgbClr val="20242C"/>
                </a:solidFill>
                <a:latin typeface="Microsoft YaHei"/>
              </a:rPr>
              <a:t>期望是「把份额从快核搬给慢核」，实测是「把所有人一起压慢」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57984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667080"/>
                </a:solidFill>
                <a:latin typeface="Microsoft YaHei"/>
              </a:rPr>
              <a:t>极差变小，是因为上限被砍、下限也跟着掉，而不是速率发生了转移。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578608"/>
            <a:ext cx="5391759" cy="245059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798064"/>
            <a:ext cx="48796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667080"/>
                </a:solidFill>
                <a:latin typeface="Microsoft YaHei"/>
              </a:rPr>
              <a:t>期望的动作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36976"/>
            <a:ext cx="4879695" cy="15361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快核让速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：拥塞等级高的路径上，占优核先降预算。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让出的槽被慢核接手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：C0 / C8 / C10 / C18 拿到本来挤不上的 hop。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总量不变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：份额重新分配，总带宽守恒。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2578608"/>
            <a:ext cx="5391759" cy="245059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9039" y="2798064"/>
            <a:ext cx="48796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D20A2E"/>
                </a:solidFill>
                <a:latin typeface="Microsoft YaHei"/>
              </a:rPr>
              <a:t>实测发生的事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9039" y="3236976"/>
            <a:ext cx="4879695" cy="15361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触发条件搞反了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：乘性减由「自己上环失败了」触发，而无缓存环上这些失败大多是别人的 transit 造成的 —— 等于惩罚受害者。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所有核一起下降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：慢核 C18 0.46574 → 0.42582（−8.6%），快核 C14 0.70449 → 0.54936（−22.0%）。max/min 变好，是上限被砍出来的。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闸门型执行器丢槽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：令牌桶「没额度就不上环」，而无缓存环上让出的槽不会被记账保留，沿途任何节点都能吃掉。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−16.3%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默认 S1 的总写带宽代价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32122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32122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62 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33290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AIMD 参数扫描，无一组两头都好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97316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97316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21,220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8484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S1 硬件 FF‑eq（总线 + 表 + 乘法器 + 令牌桶）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15 / 34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F O U 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公平性 — 总带宽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的 trade-off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先把「要多一点公平到底该付多少带宽」这条曲线精确算出来。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总带宽和公平性确实不可兼得：把十个核压到完全等速率，结构上就要放弃 10.71% 的峰值带宽 —— 但这是全部的代价，S1 付的远不止这些。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16 / 34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公平性 — 带宽交换曲线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6-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9708"/>
            <a:ext cx="7452360" cy="353344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332883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红线 = 二阶锥规划的精确解，与仿真轮次无关；蓝点 = 官方 K = 20000 的 S0（5.5412 flit/cycle，Jain 0.92818）。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F O R M A L   D E R I V A T I O 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83489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591056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三个变量的含义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32432"/>
            <a:ext cx="2855671" cy="14755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λc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（决策变量）= 第 c 个核每拍发出多少笔事务。十个核 → 十个数。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a(r,c)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 = 核 c 每发一笔事务，平均占用资源 r 多少拍。r 遍历每条（链路，方向，VC）。路由固定、握手固定，所以这是个常数表。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约束 Σc a(r,c)·λc ≤ 1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 = 任何一条链路每拍最多搬 1 flit。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Jain(λ) ≥ J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 ⟺ ‖λ‖₂ ≤ (Σλc)/√(J·10)：一个二阶锥约束，所以 R(J) = max Σλc 是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精确解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，不是估计。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389376"/>
            <a:ext cx="3221431" cy="93878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14232" y="3480816"/>
            <a:ext cx="2599639" cy="755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① 完全等速率的上限 R* = 5.7143，无约束峰值 R_max = 6.4000 —— 公平的固有代价 −10.71%。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03336" y="4474464"/>
            <a:ext cx="3221431" cy="8534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14232" y="4565904"/>
            <a:ext cx="2599639" cy="67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50" b="0">
                <a:solidFill>
                  <a:srgbClr val="FFFFFF"/>
                </a:solidFill>
                <a:latin typeface="Microsoft YaHei"/>
              </a:rPr>
              <a:t>② 曲线在高 Jain 段陡然变贵：最后 0.01 的 Jain 单价是前面一大段的 3.6 倍。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03336" y="5474208"/>
            <a:ext cx="3221431" cy="8534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14232" y="5565647"/>
            <a:ext cx="2599639" cy="67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③ S0 实测落在曲线</a:t>
            </a:r>
            <a:r>
              <a:rPr sz="1200" b="1">
                <a:solidFill>
                  <a:srgbClr val="FFFFFF"/>
                </a:solidFill>
                <a:latin typeface="Microsoft YaHei"/>
              </a:rPr>
              <a:t>下方</a:t>
            </a:r>
            <a:r>
              <a:rPr sz="1200" b="0">
                <a:solidFill>
                  <a:srgbClr val="FFFFFF"/>
                </a:solidFill>
                <a:latin typeface="Microsoft YaHei"/>
              </a:rPr>
              <a:t>：它既不最快也不最公平，本身就不在前沿上。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17 / 34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F I V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理论最优与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各方案 Pareto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先钉死「无限聪明、无限快的控制器最多能做到什么」，再把实测方案摆进同一张图。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一个无限聪明的拥塞控制器，最好也就是 5.7143 flit/cycle（S0 的 103.1%）配 Jain ≈ 1.0。可争的总带宽只有 3 个点，公平性那一侧才是主战场。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18 / 34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理想拥塞控制器的上限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H E   R E F E R E N C E   E V E R Y T H I N G   I S   D I V I D E D   B 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无限聪明、无限快，只受资源守恒约束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533699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什么是 LP 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2930701"/>
            <a:ext cx="3088538" cy="207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LP = 线性规划：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变量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是十个核各自的注入速率，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约束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是每条链路每拍最多搬 1 flit，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目标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是把总带宽做到最大。因为路由和握手都固定，「一笔事务占几条链路各几拍」是一张常数表，占用量随速率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线性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增长，所以这个最大值能被精确解出来、不需要仿真。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模型里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没有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缓冲、没有在环优先、没有 I-tag / E-tag —— 这是有意的：让机制造成的损失也留在待解释的差距里。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2122" y="2267712"/>
            <a:ext cx="3527450" cy="2962655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1578" y="2538153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两个界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1578" y="2935155"/>
            <a:ext cx="3088538" cy="20613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最大吞吐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R_max = 6.4000 flit/cycle。但这一点的解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不唯一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，其中最差的那个把 C0 / C10 完全饿死 —— 不是可交付的工作点。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等速率点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= 强行要求十个核速率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完全相同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时能达到的最大总带宽。此时每核 λ* = 2/7 = 0.2857 笔/拍，合计 R* = 40/7 =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5.7143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。它就是「最公平」那一端的天花板，全篇的分母都是它。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瓶颈在环上的链路，不在注入或下环端口 —— 加深队列、加宽端口都抬不高它。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7316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6772" y="2859946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理想控制器能做到什么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6772" y="3256948"/>
            <a:ext cx="3088538" cy="14177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100 拍箱内全环有 571.4 个写 flit，每核约 57.1 个。一个确定性的理想控制器把箱内总量按整数尽量均分，得 J_ideal =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0.99997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也就是说：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理论最优 = 5.7143 flit/cycle（S0 的 103.1%）配 Jain ≈ 1.0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。整数粒度不构成任何限制。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适用范围：λ* = 2/7 是「fabric + 流量 pattern」的联合解，不是 fabric 常数。换成 hot 之后绑定资源从入环 hop 变成热簇的下环口，λ* 掉到 0.100、R* 掉到 2.0000 —— 任何把 λ* 写进硬件的设计只对它被推导时的那个 pattern 正确。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19 / 34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收益 — 硬件开销 Pareto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8-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272" y="1060704"/>
            <a:ext cx="7529430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78181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η =（总带宽 × 分箱 Jain）/ 理想控制器的同一乘积。理想 = 1.0。筛选轮 K = 2000，每核在飞上限 32，100 拍窗。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9096" y="1060704"/>
            <a:ext cx="28556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F R O N T I E 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69096" y="1408176"/>
            <a:ext cx="2855671" cy="140458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51976" y="1591056"/>
            <a:ext cx="24899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横轴的 FF‑eq 是什么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51976" y="1932432"/>
            <a:ext cx="2489911" cy="793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FF‑eq = 等效触发器数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（flip-flop equivalent）：把方案新增的寄存器、比较器、加法器、乘法器、总线线宽都折算成「相当于多少个 D 触发器」，得到一个可以横向比较的面积代价。S1 = 21,220 FF‑eq 就是这么算出来的。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769096" y="2959063"/>
            <a:ext cx="2855671" cy="184523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51976" y="3143334"/>
            <a:ext cx="24899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严格前沿只剩两个点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1976" y="3484710"/>
            <a:ext cx="2489911" cy="11718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0">
                <a:solidFill>
                  <a:srgbClr val="20242C"/>
                </a:solidFill>
                <a:latin typeface="Microsoft YaHei"/>
              </a:rPr>
              <a:t>S0（0 FF‑eq，η 0.8894）→ </a:t>
            </a:r>
            <a:r>
              <a:rPr sz="800" b="1">
                <a:solidFill>
                  <a:srgbClr val="D20A2E"/>
                </a:solidFill>
                <a:latin typeface="Microsoft YaHei"/>
              </a:rPr>
              <a:t>S16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（900 FF‑eq，η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0.9395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）。900 FF‑eq 买到离理想控制器最近的位置，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比 S1 便宜 24 倍、η 高 0.174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0">
                <a:solidFill>
                  <a:srgbClr val="20242C"/>
                </a:solidFill>
                <a:latin typeface="Microsoft YaHei"/>
              </a:rPr>
              <a:t>I-tag（3,120，η 0.9124）与 S19 / S20（5,840，η 0.8992）在成本—收益平面上被 S16 支配，但改动层次不同，仍是有意义的工程备选；本节补充它们的机制和正式 K = 20000 对比。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69096" y="4950605"/>
            <a:ext cx="2855671" cy="13770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79992" y="5042045"/>
            <a:ext cx="2233879" cy="11941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判据是「离理想控制器有多近」，不是任何一条固定验收线：S16 把 η 从 0.8894 推到 0.9395，走完了 S0 与理想之间 45% 的距离。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20 / 34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固定非均匀流量下的带宽 Pareto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0-hot-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272" y="1060704"/>
            <a:ext cx="7529430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78181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hot：十个核全部写入 HA 11 / 13 两节点簇。R* 用它自己的目的地分布重解 = 2.0000，绑定资源变成热簇的下环口。此处</a:t>
            </a:r>
            <a:r>
              <a:rPr sz="1000" b="1">
                <a:solidFill>
                  <a:srgbClr val="667080"/>
                </a:solidFill>
                <a:latin typeface="Microsoft YaHei"/>
              </a:rPr>
              <a:t>只看总带宽</a:t>
            </a:r>
            <a:r>
              <a:rPr sz="1000" b="0">
                <a:solidFill>
                  <a:srgbClr val="667080"/>
                </a:solidFill>
                <a:latin typeface="Microsoft YaHei"/>
              </a:rPr>
              <a:t>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9096" y="1060704"/>
            <a:ext cx="28556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D20A2E"/>
                </a:solidFill>
                <a:latin typeface="Arial"/>
              </a:rPr>
              <a:t>R O B U S T N E S S   T O   T R A F F I C   S H I F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69096" y="1408176"/>
            <a:ext cx="2855671" cy="1488172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51976" y="1641143"/>
            <a:ext cx="24899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为什么这里不看瞬时 Jain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51976" y="1982519"/>
            <a:ext cx="2489911" cy="717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十个核全部打同一个两节点热簇，谁快谁慢由「离热簇几跳」直接决定，拥塞点也不在注入侧。这种流量下的瞬时均衡度既不是设计目标、也不反映控制器好坏 —— 这一页只考察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总带宽是否被换掉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769096" y="3042652"/>
            <a:ext cx="2855671" cy="205638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51976" y="3256845"/>
            <a:ext cx="24899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前沿只剩两点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1976" y="3598221"/>
            <a:ext cx="2489911" cy="13231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0">
                <a:solidFill>
                  <a:srgbClr val="20242C"/>
                </a:solidFill>
                <a:latin typeface="Microsoft YaHei"/>
              </a:rPr>
              <a:t>在飞上限收到 32 之后，S0 本身就已经拿到 R* 的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98.76%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。在此之上 </a:t>
            </a:r>
            <a:r>
              <a:rPr sz="800" b="1">
                <a:solidFill>
                  <a:srgbClr val="D20A2E"/>
                </a:solidFill>
                <a:latin typeface="Microsoft YaHei"/>
              </a:rPr>
              <a:t>S16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（900 FF‑eq）到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99.74%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，E-tag 绕环从 4,384 降到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35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0">
                <a:solidFill>
                  <a:srgbClr val="20242C"/>
                </a:solidFill>
                <a:latin typeface="Microsoft YaHei"/>
              </a:rPr>
              <a:t>更贵的方案全部更差：S19 / S20 = 99.08%，S22-stock = 98.75%，S1 = 98.35%。原因是 hot 的拥塞在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目的地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，而 S16 是唯一把控制点放在拥塞发生地的方案；源端之间的公平化在这里毫无帮助，还因让位 / 门控白扔槽位而亏带宽。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69096" y="5245340"/>
            <a:ext cx="2855671" cy="1082307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79992" y="5336780"/>
            <a:ext cx="2233879" cy="8994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结论：换流量 pattern 之后，S16 仍然不亏带宽 —— 它不含任何 pattern 先验。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21 / 34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S I 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前沿方案详述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五个方案、三种控制层次：机制示意 + 与 S0 / S1 的同口径实测对比。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S E L E C T I O N   R U L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S16 是严格成本—收益前沿；I-tag、S19、S20 与 S22 是改动层次不同的近前沿工程备选。五者都可实现、数据来自测量，且不含流量 pattern 先验。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22 / 34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授权保留（900 FF‑eq） · receiver-driven / 本地触发 / 零新报文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2-s16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写路径：把协议本来就要发的 DBIDResp 当授权用；下 = 读路径：同一套状态可以照搬，但实测不需要（见下页）。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D20A2E"/>
                </a:solidFill>
                <a:latin typeface="Arial"/>
              </a:rPr>
              <a:t>S C H E M E   1   /   2   ·   M E C H A N I S 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220456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620259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四段机制（与 S1 同格式）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961635"/>
            <a:ext cx="2307031" cy="14755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① 检测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：HA 只数自己的在飞授权数。不需要任何拥塞信号 —— 拥塞就发生在它自己的下环口上。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② 传递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：零。不加总线、不加带内标记，线格式完全不动。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③ 反馈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：REQ 到达后先排队而不是立即授权，同时在飞授权 ≤ overcommit = 16。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④ 执行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：在排队者里把授权给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迄今被服务最少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的那个核。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3759044"/>
            <a:ext cx="2672791" cy="1442492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34855" y="3950259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改的是事务层，不是链路层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4855" y="4291635"/>
            <a:ext cx="2307031" cy="7552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20242C"/>
                </a:solidFill>
                <a:latin typeface="Microsoft YaHei"/>
              </a:rPr>
              <a:t>四段全部落在 completer 内部：它决定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什么时候、先给谁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发 DBIDResp。线格式、协议状态机都不动，但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动了 HA 的事务调度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 —— 这一条决定它能不能落地，见结论页。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51976" y="5347841"/>
            <a:ext cx="2672791" cy="97980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62872" y="5439281"/>
            <a:ext cx="2050999" cy="79692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00" b="0">
                <a:solidFill>
                  <a:srgbClr val="FFFFFF"/>
                </a:solidFill>
                <a:latin typeface="Microsoft YaHei"/>
              </a:rPr>
              <a:t>overcommit 要跟着在飞上限走：上限 32 时取 16（12–16 是一段平台）。取 64 就永远扣不住任何东西，S16 会退化成 S0。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23 / 34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实测：写侧要做，读侧不用做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0.98466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S16 写侧 100 拍 Jain（S0 = 0.92818）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总写带宽 −0.39%，整窗 max/min = 1.0001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3-s16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101394"/>
            <a:ext cx="8296351" cy="255709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749929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67080"/>
                </a:solidFill>
                <a:latin typeface="Microsoft YaHei"/>
              </a:rPr>
              <a:t>左两幅 = 写（K = 20000），右两幅 = 读（K = 5000）；每幅内三根柱依次 S0 / S1 / S16，橙虚线 = 理论上限 R*。注意读侧 S0 与 S16-R 两根柱几乎一样高。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448987"/>
            <a:ext cx="3527450" cy="187866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8962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写：几乎白拿的公平性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25621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Jain 0.92818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0.98466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（S1 只到 0.95675），整窗 max/min 1.5663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1.0001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，速率差实质抹平；总带宽只让 0.39%，而 S1 要让 16.3%。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8962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读：S0 本来就是齐的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25621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十个核的读带宽只差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0.36%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（0.5603–0.5623），Jain 0.99067、max/min 1.0035，带宽已到 R* 的 97.96%。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读侧没有待解决的问题。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所以读侧建议不做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010073"/>
            <a:ext cx="3125114" cy="11529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S16-R 把带宽推到 98.41%（+0.47%）、Jain 到 0.99449，</a:t>
            </a:r>
            <a:r>
              <a:rPr sz="1100" b="1">
                <a:solidFill>
                  <a:srgbClr val="D20A2E"/>
                </a:solidFill>
                <a:latin typeface="Microsoft YaHei"/>
              </a:rPr>
              <a:t>收益在噪声量级，不值一次事务层改动。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顺带一条反证：同样管读、但把控制放在请求端的 S1-R 掉 20.5% 带宽、Jain 反而更低（0.97474）。控制点必须在 HA 侧。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24 / 34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I-tag t_inj=2 / hold=2（3,120 FF‑eq） · 本地触发 / 仲裁让位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6-itag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连续两拍抢不到本地出向 hop 就举 I-tag；下 = 最近的上游 donor 只让一个 slot，空 slot 沿环到达请求者。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D20A2E"/>
                </a:solidFill>
                <a:latin typeface="Arial"/>
              </a:rPr>
              <a:t>N E A R - F R O N T I E R   ·   I - T A G   M E C H A N I S 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227890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657428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四段机制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998804"/>
            <a:ext cx="2307031" cy="14755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① 检测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：同 plane / 方向 / VC 的注入队列非空，但连续 t_inj = 2 拍没上环。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② 传递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：举 I-tag，带出饥饿请求者的位置；向上游寻找最近一个会跨过其瓶颈 hop 的 donor。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③ 反馈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：donor 只在一拍内暂停，制造一个可追踪的空 slot。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④ 执行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：空 slot 到达请求者后立即被它使用；hold = 2 让标记两拍后自动失效。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3833383"/>
            <a:ext cx="2672791" cy="135353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34855" y="4098321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它改的是环上仲裁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4855" y="4439697"/>
            <a:ext cx="2307031" cy="5188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>
                <a:solidFill>
                  <a:srgbClr val="20242C"/>
                </a:solidFill>
                <a:latin typeface="Microsoft YaHei"/>
              </a:rPr>
              <a:t>不动 requester / completer 的事务状态，不增加广播总线。新增的是每方向 / VC 的饥饿计数与 slot 预约状态，硬件估算 </a:t>
            </a:r>
            <a:r>
              <a:rPr sz="850" b="1">
                <a:solidFill>
                  <a:srgbClr val="20242C"/>
                </a:solidFill>
                <a:latin typeface="Microsoft YaHei"/>
              </a:rPr>
              <a:t>3,120 FF-eq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51976" y="5333217"/>
            <a:ext cx="2672791" cy="99443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62872" y="5424657"/>
            <a:ext cx="2050999" cy="811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FFFFFF"/>
                </a:solidFill>
                <a:latin typeface="Microsoft YaHei"/>
              </a:rPr>
              <a:t>核心边界：I-tag 只把「一个具体 slot」送给一个具体饥饿点；它不估计全局公平度，也不保证长期速率完全拉齐。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25 / 34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I-tag 实测：均匀写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0.97495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I-tag 的 100 拍 Jain（S0 = 0.92818）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总带宽 −2.71%，整窗 max/min = 1.2526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7-itag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207499"/>
            <a:ext cx="8296351" cy="262912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928065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三幅依次比较总带宽、100 拍瞬时 Jain、整窗最快 / 最慢核带宽比；每幅内三根柱都是 S0 / S1 / I-tag。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作用是局部补 slot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t_inj=2 让 I-tag 及早发现连续抢不到 hop 的节点；hold=2 又限制单次让位只持续两拍，避免把上游长期封住。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三项指标一起看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总带宽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5.3908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（比 S0 低 2.71%）；Jain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0.97495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；max/min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1.2526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。与 S0 相比，两项公平性都明显改善；与 S1 相比，Jain 更高、长期速率差更小，带宽也更高。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适用边界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适合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只允许改环上仲裁、又不希望新增总线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的实现条件。若目标是把长期速率差压到接近 1，仍需更强的跨核进度信息。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26 / 34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S19 Swift / S20 DCTCP（各 5,840 FF‑eq） · requester 动态窗口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8-window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两者共用每核动态 outstanding 窗口；S19 用协议天然 RTT，S20 用 HA tracker 产生的 1 bit ECN 标记。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D20A2E"/>
                </a:solidFill>
                <a:latin typeface="Arial"/>
              </a:rPr>
              <a:t>N E A R - F R O N T I E R   ·   W I N D O W   C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177956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606892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共同执行器：动态 outstanding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948268"/>
            <a:ext cx="2307031" cy="1077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>
                <a:solidFill>
                  <a:srgbClr val="20242C"/>
                </a:solidFill>
                <a:latin typeface="Microsoft YaHei"/>
              </a:rPr>
              <a:t>每个 core 维护窗口 Wc：只有当前在飞事务数 &lt; Wc，才允许发新的 REQ。初值 16、下限 8、硬上限仍是 core_outstanding = 32。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0">
                <a:solidFill>
                  <a:srgbClr val="20242C"/>
                </a:solidFill>
                <a:latin typeface="Microsoft YaHei"/>
              </a:rPr>
              <a:t>事务完成归还名额；Retry 重发不受窗口限制。窗口有名额时允许突发，因此比逐拍 rate pacer 更贴近 CHI 的事务模型。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3334043"/>
            <a:ext cx="2672791" cy="142365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34855" y="3534749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S19：RTT 驱动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4855" y="3876125"/>
            <a:ext cx="2307031" cy="717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REQ 上环到 DBIDResp 回到 core 就是一份现成 RTT 样本，Retry 往返也被计入。RTT 低于 target 就加窗，高于 target 就按超额比例缩窗。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不加报文、不加标记位。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51976" y="4903997"/>
            <a:ext cx="2672791" cy="142365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34855" y="5104703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S20：ECN 驱动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34855" y="5446079"/>
            <a:ext cx="2307031" cy="717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HA 根据 request tracker 占用率在 DBIDResp 上附 1 bit mark，RetryAck 直接视为 mark。core 对标记比例做 EWMA；有标记按 α/2 缩窗，无标记按 1/W 加窗。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27 / 34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S19 / S20 实测：均匀写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≤0.28%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S19 / S20 的总带宽与 S0 的最大差异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两者各 5,840 FF-eq · requester 动态窗口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9-window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169399"/>
            <a:ext cx="8296351" cy="262912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889965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三幅依次比较总带宽、100 拍瞬时 Jain、整窗最快 / 最慢核带宽比；每幅内四根柱都是 S0 / S1 / S19 / S20。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657029"/>
            <a:ext cx="3527450" cy="16706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0003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信号不同，执行器相同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3602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S19 看端到端 RTT，能覆盖 ring 与 completer 等待；S20 只看 HA tracker 压力，信号更直接但需要 DBIDResp 的 1 bit mark。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657029"/>
            <a:ext cx="3527450" cy="16706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8581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当前工作点结果接近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218115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S19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：带宽 5.5255（vs S0 −0.28%）、Jain 0.93324、max/min 1.5515。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S20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：带宽 5.5478（vs S0 +0.12%）、Jain 0.93017、max/min 1.5514。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657029"/>
            <a:ext cx="3527450" cy="16706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50003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工程选择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3602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已经有 RTT 计时器时，S19 集成最轻；已经有 tracker 水位与可用标记位时，S20 的拥塞含义更明确。两者都涉及 requester 的事务发起窗口。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28 / 34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赤字触发的限域让路（13,920 FF‑eq） · 仲裁型 / 总线触发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4-s22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复用 S1 那条 6 bit 广播总线，位宽完全相同，只换了线上放什么：从「我有多堵」换成「我这窗发成了多少」。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D20A2E"/>
                </a:solidFill>
                <a:latin typeface="Arial"/>
              </a:rPr>
              <a:t>S C H E M E   2   /   2   ·   M E C H A N I S 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254076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591056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四段机制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932432"/>
            <a:ext cx="2307031" cy="1929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① 检测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：每节点只数自己本窗成功上环的 flit 数，饱和到 6 bit。播的是进度，不是拥塞等级。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② 传递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：复用 S1 的 6 bit 广播总线（30 拍）。自己的进度也从总线读回，两边过同一个量化器、同一段延迟。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③ 反馈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：赤字 = 总线上 10 项的均值 − 自己那一项，越过 0.5 就举请求。让路是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单向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的：落后的节点永不让路。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④ 执行：让位，不是门控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。只对「会从请求者出向 hop 骑过去」的 flit 让路，同时前瞻改发一个会先下环的 flit，让自己的 hop 不空转。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4095243"/>
            <a:ext cx="2672791" cy="1150029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62872" y="4186683"/>
            <a:ext cx="2050999" cy="96714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FFFFFF"/>
                </a:solidFill>
                <a:latin typeface="Microsoft YaHei"/>
              </a:rPr>
              <a:t>与 S1 的关键差别：S1 的执行器是令牌桶闸门（没额度就不上环，让出的槽被沿途吃掉）；S22 只在具体某一拍上让出具体某个位置。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51976" y="5391577"/>
            <a:ext cx="2672791" cy="93607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62872" y="5483017"/>
            <a:ext cx="2050999" cy="7531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00" b="0">
                <a:solidFill>
                  <a:srgbClr val="FFFFFF"/>
                </a:solidFill>
                <a:latin typeface="Microsoft YaHei"/>
              </a:rPr>
              <a:t>同等公平度下让位比门控省 10 倍带宽：S23 门控付 1.50%，S22 让位只付 0.15%（K = 2000 同轮对比）。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29 / 34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实测：均匀流量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0.94799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S22 写侧 100 拍 Jain（S0 = 0.92818）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总写带宽 −2.21%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5-s22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8801" y="1024128"/>
            <a:ext cx="7415580" cy="235000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465575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四根柱依次 S0 / S1 / S16 / S22，橙虚线 = 理论上限 R*；写侧 K = 20000。后两幅是公平性的两个不同问题，见右侧第三张卡。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087368"/>
            <a:ext cx="3527450" cy="224028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61146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比 S1 全面更好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4971384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Jain 0.94799 vs S1 的 0.95675 基本持平，但带宽只让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2.21%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，S1 要让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16.3%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；max/min 1.2230 vs 1.3586。硬件还便宜 34%（13,920 vs 21,220 FF‑eq）。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61146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数字上被 S16 支配，但层次不同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4971384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S16 用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1/15 的硬件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拿到更高的 Jain（0.98466）和更小的带宽代价（0.39%）。S22 唯一的、也是决定性的优势：</a:t>
            </a:r>
            <a:r>
              <a:rPr sz="1100" b="1">
                <a:solidFill>
                  <a:srgbClr val="D20A2E"/>
                </a:solidFill>
                <a:latin typeface="Microsoft YaHei"/>
              </a:rPr>
              <a:t>它只改环上仲裁，一点事务层都不碰。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294402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两个公平性指标分别在问什么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654320"/>
            <a:ext cx="3125114" cy="15028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瞬时均衡度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（每 100 拍算一次 Jain 再平均）问的是：在任意一小段时间里，十个核是不是同时都在被服务。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长期速率差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（整窗最快核带宽 ÷ 最慢核带宽）问的是：把整个争用窗平均下来，有没有哪个核被系统性地拖慢。S0 = 1.5663 意味着最快的核长期比最慢的核快 57%。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30 / 34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S E V E 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结论与建议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哪些已经关死，哪些还开着，以及下一步该由谁拍板。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B O T T O M   L I N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带宽线已基本关死；公平缺陷是真实的，但它不必用带宽去换。真正要拍板的不是单一排名，而是哪一层能改：completer、requester，还是只允许动环上仲裁。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31 / 34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结论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C O N C L U S I O N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四条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813288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① 带宽线已基本关死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210290"/>
            <a:ext cx="2197531" cy="147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S0 = 96.97% R*，最忙的链路 96.98% 满；3.03% 的缺口已逐拍闭合（5 拍绕环 + 2,181 拍空转）。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拥塞控制的带宽目标应是「不弄丢」，不是「抬上去」。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813288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② 公平缺陷是真实的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3210290"/>
            <a:ext cx="2197531" cy="147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不是采样噪声：把抖动完全抹平后的 Jain 上限只有 0.96458，六快四慢是几何决定的固定分组（核间速率比 1.5673）。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要提高均衡度就必须真的搬速率，只整时机不够。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447269"/>
            <a:ext cx="2197531" cy="592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③ 严格前沿与工程备选要分开看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3122401"/>
            <a:ext cx="2197531" cy="192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按「带宽 × 公平性 / 硬件」计算，严格前沿是 S16。I-tag、S19 / S20、S22 虽不在严格前沿上，但分别落在环上本地仲裁、requester 动态窗口和跨节点进度仲裁三个不同改动层。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被数值支配，不等于在工程约束下没有选择价值。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31136"/>
            <a:ext cx="2599867" cy="299923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508462"/>
            <a:ext cx="2197531" cy="592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④ 两头能同时拿住，但层次决定落点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3183594"/>
            <a:ext cx="2197531" cy="18060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20242C"/>
                </a:solidFill>
                <a:latin typeface="Microsoft YaHei"/>
              </a:rPr>
              <a:t>S16 把决策点放回 completer：Jain 0.92818 → 0.98466，max/min → 1.0001，带宽只让 0.39%，硬件 900 FF‑eq。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0">
                <a:solidFill>
                  <a:srgbClr val="20242C"/>
                </a:solidFill>
                <a:latin typeface="Microsoft YaHei"/>
              </a:rPr>
              <a:t>它需要改 HA 的授权调度。若该层不可改，可退到环上本地 I-tag、requester 窗口 S19 / S20，或只改环上仲裁的 S22。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D20A2E"/>
                </a:solidFill>
                <a:latin typeface="Microsoft YaHei"/>
              </a:rPr>
              <a:t>最终选择首先由「哪一层能改」决定，其次才是数字。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统一结论：不要把所有机制压成一个排名。S16、I-tag、S19 / S20、S22 分别交换 completer、环上本地、requester、跨节点仲裁的改动权限；先确定可改边界，再在对应层内选性能最好的方案。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32 / 34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建议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E C O M M E N D A T I O 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先收在飞，再按可改层次选择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968706"/>
            <a:ext cx="2160955" cy="592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第一步 · 0 FF‑eq · 无条件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643838"/>
            <a:ext cx="2160955" cy="13610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每核在飞上限收到 32。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零硬件、无流量先验：覆盖最坏 89 拍 RTT 只需约 26 笔，再多就只是在已经饱和的环上排队。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D20A2E"/>
                </a:solidFill>
                <a:latin typeface="Microsoft YaHei"/>
              </a:rPr>
              <a:t>uniform 绕环重发从上千拍降到 5 拍；非均匀流量带宽 +33%。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194560"/>
            <a:ext cx="2599867" cy="3017520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2963978"/>
            <a:ext cx="2160955" cy="592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completer 可改 · 900 FF‑eq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639110"/>
            <a:ext cx="2160955" cy="1370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1">
                <a:solidFill>
                  <a:srgbClr val="20242C"/>
                </a:solidFill>
                <a:latin typeface="Microsoft YaHei"/>
              </a:rPr>
              <a:t>S16 授权保留。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写侧 Jain 0.92818 → 0.98466、带宽只让 0.39%、非均匀流量拿到 R* 的 99.74%。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前提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：completer 的授权调度可改。线格式与协议状态机不动，但要改 HA 何时给谁发 DBIDResp，须 IP 可改并过一次合规复核。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3025444"/>
            <a:ext cx="2160955" cy="592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只改环上仲裁 · 3,120 / 13,920 FF‑eq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700576"/>
            <a:ext cx="2160955" cy="12475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I-tag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：不加总线，只用本地饥饿检测和单 slot 预约；适合改动最小的场景。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S22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：复用 6 bit 进度总线，能直接比较谁领先、谁落后；适合允许跨节点进度信息、但事务层不可改的场景。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2963978"/>
            <a:ext cx="2160955" cy="592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requester 窗口可改 · 5,840 FF‑eq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639110"/>
            <a:ext cx="2160955" cy="1370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1">
                <a:solidFill>
                  <a:srgbClr val="20242C"/>
                </a:solidFill>
                <a:latin typeface="Microsoft YaHei"/>
              </a:rPr>
              <a:t>S19 / S20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：都用每核动态 outstanding 窗口。已有 RTT 计时器时选 S19；已有 tracker 水位和 1 bit 标记位时选 S20。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0">
                <a:solidFill>
                  <a:srgbClr val="20242C"/>
                </a:solidFill>
                <a:latin typeface="Microsoft YaHei"/>
              </a:rPr>
              <a:t>两者不需要流量 pattern 先验，可作为 source-side 集成路径。读侧维持 S0，不另加控制。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建议顺序：第 1 步直接做；随后先问 completer 能不能改。能改优先验证 S16；不能改，再按现有硬件基础在 I-tag、S22、S19 / S20 中选。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33 / 34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737360"/>
            <a:ext cx="868680" cy="868680"/>
          </a:xfrm>
          <a:prstGeom prst="ellipse">
            <a:avLst/>
          </a:prstGeom>
          <a:solidFill>
            <a:srgbClr val="22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77824" y="2048256"/>
            <a:ext cx="256032" cy="25603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926080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Arial"/>
              </a:rPr>
              <a:t>T H A N K   Y O 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73552"/>
            <a:ext cx="82296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4400" b="1">
                <a:solidFill>
                  <a:srgbClr val="FFFFFF"/>
                </a:solidFill>
                <a:latin typeface="Microsoft YaHei"/>
              </a:rPr>
              <a:t>汇报完毕</a:t>
            </a:r>
          </a:p>
          <a:p>
            <a:pPr algn="l">
              <a:lnSpc>
                <a:spcPct val="96000"/>
              </a:lnSpc>
              <a:spcBef>
                <a:spcPts val="500"/>
              </a:spcBef>
            </a:pPr>
            <a:r>
              <a:rPr sz="4400" b="1">
                <a:solidFill>
                  <a:srgbClr val="FFFFFF"/>
                </a:solidFill>
                <a:latin typeface="Microsoft YaHei"/>
              </a:rPr>
              <a:t>请架构组决策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120640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9AA3AF"/>
                </a:solidFill>
                <a:latin typeface="Microsoft YaHei"/>
              </a:rPr>
              <a:t>第一问仍是：HA / 内存控制器的授权调度能不能改？</a:t>
            </a:r>
          </a:p>
          <a:p>
            <a:pPr algn="l">
              <a:lnSpc>
                <a:spcPct val="110000"/>
              </a:lnSpc>
              <a:spcBef>
                <a:spcPts val="500"/>
              </a:spcBef>
            </a:pPr>
            <a:r>
              <a:rPr sz="1400" b="0">
                <a:solidFill>
                  <a:srgbClr val="9AA3AF"/>
                </a:solidFill>
                <a:latin typeface="Microsoft YaHei"/>
              </a:rPr>
              <a:t>能改优先 S16；不能改，再按可用基础选择本地 I-tag、跨节点 S22，或 requester 动态窗口 S19 / S20。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B66"/>
                </a:solidFill>
                <a:latin typeface="Arial"/>
              </a:rPr>
              <a:t>34 / 34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
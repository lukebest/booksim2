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20 节点无缓存双向环上的瞬时写带宽公平性：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问题定位 · 理论极限 · 拥塞控制选型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数据口径：uniform tiled 写 · K = 20000 · 单 plane · 每核在飞上限 32 · 瞬时不均衡度按 100 拍窗 CoV · 全部可复现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8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问题背景：拓扑、节点、路由与关键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641348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641348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641348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641348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 的问题：带宽已打满，瞬时带宽不均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322576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322576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322576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322576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 方案：检测 / 传递 / 反馈 / 控制与实测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003804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003804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003804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003804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现有拥塞控制算法分类、S1 的位置与补齐的四类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3685032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3685032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3685032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3685032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公平性与总带宽的 trade-off：形式化与曲线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366260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366260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366260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366260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理论最优、理想拥塞控制与各方案 Pareto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047488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047488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047488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047488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Pareto 前沿方案详述（免流量先验）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36008" y="5728716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36008" y="5728716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36008" y="5728716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8968" y="5728716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WriteNoSnp。总带宽已接近理论上限，问题出在「谁在什么时候拿到 slot」。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不均衡度主指标 CoV：100 拍宽的窗内对 10 个核的写带宽算「标准差 / 均值」（0 = 完全均等，越大越不均），再按窗聚合成全程一个数。全篇瞬时不均衡度都用这个口径。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2890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198089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4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3031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每核在飞上限 =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9504"/>
            <a:ext cx="219753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最坏情况下一笔写的空载 RTT 是 89 拍，等速率份额 2/7 笔/拍 → 覆盖 RTT 只需约 26 笔，取 32。HA tracker 512 远大于 10 × 32，不绑定。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96.97%，但十个核的瞬时带宽差 1.57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96.97%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5.5412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031" y="1024128"/>
            <a:ext cx="7897119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最忙的 8 条链路（RSP 的 1→0 / 11→10 / 7→8 / 17→18 与对应的 4 条 DAT）占用都是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96.98%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50744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3.03%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86736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72,186 = 70,000 载有效载荷 + 5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2,181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32、覆盖最坏 RTT；在这个前提下，绕环重发仅 5 拍，剩余缺口来自已分类的空转。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空转是什么组成的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逐拍归因、无残项：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I-tag 主动让位 49.1%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（槽被留给上游预约）、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dry 42.0%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（四段握手串行，HA 手里还没有 RSP 可发）、在环 flit 同拍抢走 8.6%、队头阻塞 0.2%。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D20A2E"/>
                </a:solidFill>
                <a:latin typeface="Microsoft YaHei"/>
              </a:rPr>
              <a:t>能回收的不到 1 个点，且要拿公平性换：I-tag 调强可到 97.59% R*，但 CoV 从 0.278 升到 0.335；加深下环队列也不能改善这一结论。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58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0.44978，最高 C14 = 0.70449。慢的那四个正是「邻接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1.5663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51599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379679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3800942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385482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48698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528434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38133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389213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372218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57402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I M B A L A N C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0.2782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100 拍窗十核带宽的 CoV（标准差 / 均值）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理想控制器 = 0.0055（整数粒度）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同一份数据换观察窗宽度，实测始终高于理想控制器。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567 个箱里最差 5% 的箱 CoV ≥ 0.360，最差箱 0.428。右图把观察窗一路放宽：实测只收敛到 0.1916 的地板，永远降不到理想控制器。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抖动抹平后的下限仍有 0.1916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给每核每箱都填上它自己的长期均值（抖动全抹掉、只留速率差），CoV 就降到底了 —— 这是任何「只整时机、不搬份额」机制的地板。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所以要降低不均衡度，必须真的搬速率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44.95 vs 70.46 flit/箱（比 1.5673）。核内抖动占方差 53.4%，但封顶的是另外那 46.6% 的核间差 —— 100 拍窗内每核有 59.7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96.98%（RSP）；K=2000 短探测把绑定 hop 的空槽逐拍分类，「端口空闲」一列合计 1，实质为零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方案与实测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拥塞检测、拥塞传递、拥塞反馈、流量控制，以及两个工作点的实测。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S1 默认档：CoV 0.2782 → 0.2126（−0.066），总写带宽 −16.3%；S1T 把带宽收回后，CoV 回到与 S0 同一水平。信号细分显示 S1 的等级完全由上环失败驱动，下环偏转在 uniform 写下不贡献信息。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下环偏转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220845"/>
            <a:ext cx="2599867" cy="29649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第 ① 段的信号是本节点上环失败。无缓存环上这类失败多数来自他人 transit，因此等级同时反映「本核注入多」和「本核被路过」。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效果：默认档与调参档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20A2E"/>
                </a:solidFill>
                <a:latin typeface="Arial"/>
              </a:rPr>
              <a:t>T W O   O P E R A T I N G   P O I N T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CoV −0.066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300174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43432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三个工作点在带宽—CoV 平面上的位置。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拍窗 CoV 0.2782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0.2126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1.3586；总写带宽 5.5412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4.6397（−16.3%）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参数网格选出的最优点（dir_split、cap 0.5、w 64、burst 1）：带宽回到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5.5426（+0.03%）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0.2828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1.5815。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两档各取一端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+19.5%，CoV +0.070。62 组扫描里，带宽接近 S0 的配置，CoV 也回到 S0 附近。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实测：各核带宽如何变化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P E R - C O R E   S H I F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十个核的写带宽都下降，快核降得多，慢核也降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max/min 从 1.5663 降到 1.3586：上限与下限同时下移。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机制在做什么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检测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：本节点上环失败 / 下环偏转，量化成 3 bit 拥塞等级。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：按路径上最高等级对注入预算做 AIMD，出口是令牌桶。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执行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：没额度的拍不上环。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实测各核变化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信号来源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：乘性减由本节点上环失败触发；无缓存环上这些失败多数来自 transit。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各核都下降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：慢核 C18 0.46574 → 0.42582（−8.6%），快核 C14 0.70449 → 0.54936（−22.0%）。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令牌桶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：没额度就不上环；该槽沿途节点都可以使用。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参数扫描的工作点数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信号细分：只计上环失败 / 只计下环失败 / 两者都计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1   S I G N A L   S P L I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56 / 478,970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全程下环偏转 / 上环失败累计次数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下环这一路没有任何一窗达到等级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8-s1-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131" y="1024128"/>
            <a:ext cx="8258920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四根柱 = S0 / S1D（只计下环）/ S1U（只计上环）/ S1（都计），K = 20000 uniform 写；右一 = S1 全程每核两路原始信号的累计计数（对数轴）。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8423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三档怎么实现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4415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参数 signal = up / down / both：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up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时拥塞等级只由本节点 64 拍窗内的上环失败计数决定，总线 down 字段恒为 0；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down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只由下环偏转决定；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both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现有 S1，取二者 max。AIMD 参数、30 拍总线、受控节点表全部相同。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20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实测：两档各与一端逐拍重合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973"/>
            <a:ext cx="3125114" cy="1021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S1U = S1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：总带宽 4.6397、100 拍 CoV 0.2126、完成时间 72,144–86,175。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S1D = S0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：5.5412 / 0.2782 / 56,779–72,144。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四组曲线两两完全一致，不是近似。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原因在信号量级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1347 窗 × 10 核里上环失败累计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478,970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次、下环偏转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次；等级 = 计数 ÷ 8，下环从未达到等级 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S1 现有等级实际就是上环失败等级；uniform 写下 down 字段不携带信息，省去这 3 bit 不改变任何结果。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P E R - C O R E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1.271 → 1.194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十核完成时间 最晚 / 最早：S1D（= S0）→ S1U（= S1）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同一组四个慢核，差距收窄但仍在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9-s1-signal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11404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4796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横轴 cycle，纵轴 = 该核已上环 WriteData / 本核配额；红 = 邻 mem = 1 的四核（C0 / C8 / C10 / C18），蓝 = 其余六核；右 = 十核最后一个 flit 上环的时刻。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003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S1D（= S0）：六快四慢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602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六核在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56,779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拍完成，四慢核到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72,144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。快核完成的瞬间慢核斜率抬升（57k 处的拐点）——慢核不是能力不足，是满载时抢不到上环机会。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657029"/>
            <a:ext cx="3527450" cy="16706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8581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S1U（= S1）：整体推后、差距收窄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18115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72,144–86,175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，比值 1.194；慢核曲线到 60k 以后才明显分离。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同时十核都变慢：最早完成时刻从 56,779 推到 72,144（+27%）。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两个口径说的不是一件事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562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 CoV 看窗内瞬时份额，完成时间比看长期速率。S1 把 CoV 降低 0.066，完成时间比从 1.271 到 1.194，四慢核依然是同一组核。全部 13 个方案的完成曲线见第六节末两页。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按第 21 页的两个正交维度分类：先按拥塞信号（行），再按控制点（列），给出各类优缺点，定位 S1，并补齐本研究原本没有代表方案的四个格子。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落在「源端速率 × 显式等级」：降速由本节点失败触发。无缓存环上这类失败多数来自他人 transit。同一行的方案共用这一信号。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拥塞信号（第 21 页的行）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S I G N A L     =     P A G E   1 9   R O W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听什么决定盲区（= 第 21 页的行）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无信号 / 1 bit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：固定日历 + 每核 1 bit「有活」。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：无测量、无收敛。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：不知道谁落后。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本地观测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/ S21 / S26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：本节点的占用、失败或授权数。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：零新报文。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：源端格子会把别人造成的失败算到自己头上。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链路占用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：hop 占用率，沿邻线上传。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：信号就在拥塞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：无缓存环上「保护链路」= 空转。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：S17 / S19。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：带内 RTT（Comp 回程）。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：不需要专用总线。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：无缓存环几乎没有排队时延。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ECN 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：S18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：RSP 上的一比特标记。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：复用已有通道。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：标记仍来自本节点失败。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显式等级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S1T / S15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：广播的拥塞等级或进度。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：全局可见。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：等级同时含本核注入与被路过；S22 只换了线上内容。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显式速率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：S28 / S28S。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：瓶颈自己算出的 share。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：源端不必猜。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：总线最宽；不公平不在 hop 份额。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控制点（第 21 页的列）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     =     P A G E   1 9   C O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动手处决定天花板（= 第 21 页的列）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路径选择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：S26（UGAL / Valiant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：选最短还是绕远。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：不扣注入量。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：绕远本身要多占链路。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：S27（PFC / wormhole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：上游链路 XOFF。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：不丢包，实现最简单。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：需要可暂停队列，会形成拥塞树。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源端速率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族、S17 / S18 / S21 / S28。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：直接控总量。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：闸门只能「扣住」，让出的槽被沿途吃掉。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源端窗口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：S19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：与 CHI 事务模型对齐。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：不管瓶颈处先服务谁。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环上仲裁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：环上谁先用这一拍。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：要动仲裁器。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预约调度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：S29（TDMA / Fastpass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：拥塞不形成。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：空闲时隙会浪费（S29 用 1 bit 回收）。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接收端授权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：S16（Homa / NDP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：completer 的 DBIDResp。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：控制点在真正拥塞的下环侧。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：要动事务层。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 = 第 20 页（决定天花板）；行 = 拥塞信号 = 第 19 页（决定盲区）。灰底 = 已有方案，红框 = S1，绿框 = 本次补齐。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7284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704257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源端速率 × 显式等级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45633"/>
            <a:ext cx="27185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：「源端速率」列 —— 每核每窗的整型注入预算，出口是令牌桶。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：「显式等级」行 —— 3 bit 拥塞等级，专用广播总线，固定 30 拍。同格还有 S1T 与 S15。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282906"/>
            <a:ext cx="3084271" cy="191456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492384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这一格的信号语义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833760"/>
            <a:ext cx="2718511" cy="1190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乘性减由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本节点上环失败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触发。无缓存环上这些失败多数来自他人 transit，所以等级同时含「本核注入」和「本核被路过」两件事。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同一行里 S22 不改位宽，只把线上内容从「本窗有多堵」换成「本窗做了多少」，落后与领先可以直接比较。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343774"/>
            <a:ext cx="3084271" cy="98387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435214"/>
            <a:ext cx="2462479" cy="800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62 组 AIMD 网格：带宽接近 S0 时 CoV 也回到 S0 附近，没有同时明显改善两端的配置。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58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原本空着的四类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F O U R   E M P T Y   C E L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S0–S23 覆盖了六类，剩下四类本次补齐并实测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S26 · 自适应路由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：全篇路由固定为「时延最短」，从未被重新计算过。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：每核对两个出向 hop 各维护一个上环失败率 EWMA；最短方向比反向差 0.05 以上、且绕远 ≤ 2 跳，就改走反向。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：无信号、无总线、无新报文，只多一个比较器 —— 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1,560 FF‑eq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S27 · 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：基线只有端到端的 CHI PCrd / tracker 信用，没有任何逐跳信号。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：hop 占用率 ≥ 0.90 拉 XOFF、≤ 0.80 释放；沿相邻节点间的一根线逐跳上传，每跳 1 拍，reach = 2 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：每 (方向, VC) 一根相邻线，不是广播总线 ——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1,960 FF‑eq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769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S28 · 显式速率反馈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54693"/>
            <a:ext cx="2197531" cy="1985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：S1 / S22 播的是拥塞等级或进度，没有方案播「速率」。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：每个 hop 自己数本窗跨过它的核数 N 与占用率 y，按 RCP 的 share ← share×[1+α(C−y)/(C·N)] 更新，6 bit 播出；核取 min over 路径 hop 的 share ÷ 自己在该 hop 的流量占比。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：40 个 hop 各一个 6 bit 字，总线最宽的一类 ——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21,480 FF‑eq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，全研究最贵。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6312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S29 · 预约 / 调度式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60128"/>
            <a:ext cx="2197531" cy="2174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是「饿了才预约」，没有方案做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事先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排班。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：2 拍 × 10 核 = 20 拍帧，轮到某核时会骑过它出向 hop 的其他核让位（执行器与 S22 完全相同，只换触发）；每核 1 bit「我有 WriteData 排队」使空闲时隙不被浪费。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bit / 16 拍，比 S1 的总线窄得多 ——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4,440 FF‑eq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，是 S22 的 1/3。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选点口径：每一类的工作点都由该类自己的参数网格选出（probe_ring2_gapcc/ gapcc2），并取该类在三条轴上最好的那一行 —— 所以一类如果输，是机制输，不是参数没调好。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补齐四类：机制与落点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F O U R   N E W   M E C H A N I S M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4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二维表里原本空着的格子数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S26 / S27 / S28 / S29 已全部实现并实测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6b-gap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282" y="1024128"/>
            <a:ext cx="6514617" cy="32039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319478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每一格给出该类在这条无缓存双向环上的落点：控制点、信号、以及执行器到底动了什么。四类都跑在与 S0 / S1 完全相同的 fabric 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两类不用任何新线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S26 只看自己两个出向的上环失败率 EWMA；S29 只播 1 bit「我有 WriteData 排队」。两者都不需要测量任何全局量。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两类要加新信号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每 (方向, VC) 一根相邻节点间的线，逐跳上传 reach = 2 跳；S28 要 40 个 hop 各播一个 6 bit share，是全研究最宽的总线。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口径与 S0 / S1 完全一致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同一 K=20000、同一 100 拍分箱、同一 outstanding = 32；每类的工作点由该类自己的参数网格选出。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 vs S0 / S1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c-gap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13586"/>
            <a:ext cx="6903720" cy="2285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70900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同一 fabric、同一 K=20000、同一 100 拍分箱。三个数依次为总带宽 / 100 拍 CoV / 长期 max-min。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,   N O T   A R G U E 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09332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01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路由与背压：结构性失效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42824"/>
            <a:ext cx="3404311" cy="7179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5.443 / 0.3011 / 1.569 —— 三条轴全输给 S0：环已接近饱和，反向同样满，绕远还多占 (n−h) 个 hop·拍。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S27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3.512 / 0.3628 / 1.263 —— 带宽 −36.6%，不均衡度还比 S0 高。无缓存环上「保护链路」等于让链路空转。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2963812"/>
            <a:ext cx="3770071" cy="148910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46692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显式速率：同一类的两个极点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488068"/>
            <a:ext cx="340431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（RCP 反馈）5.480 / 0.2710 / 1.547 —— 带宽几乎不亏，公平也几乎不动：不公平不在 hop 的份额分配，在每核自己上环口的仲裁，算出的 share 高于落后核能上环的速率。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S28S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（每 hop 静态等分）3.338 /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0.1054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/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1.022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—— 全研究最低的不均衡度，代价 40% 带宽。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599221"/>
            <a:ext cx="3770071" cy="172842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876390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S29 与 S1 的三轴数字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17766"/>
            <a:ext cx="340431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S29：5.207 / 0.2021 / 1.332；S1：4.640 / 0.2126 / 1.359。总线 10 bit / 16 拍，对 S1 的 6 bit + 20 项表。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S29 复用 S22 的让位：让出的槽是指名的。前沿仍是 S0 → S16（见 Pareto 页）。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先把「要少一点不均衡到底该付多少带宽」这条曲线精确算出来，再从它推导出一个同时表示总带宽和不均衡度的标量 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的峰值带宽。理想汇率 κ = 2.177 flit/cycle 每单位 CoV；φ = (R − κ·CoV)/R* 在上界上恒为 1，S16 0.918、S0 0.864、S1 0.731。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250"/>
            <a:ext cx="7452360" cy="3694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13341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不均衡度 CoV（十核 100 拍窗带宽的标准差 / 均值，0 = 完全均等，越右越不均）；红线 = 每个 CoV 上限下的理论最高带宽；13 个点 = 官方 K = 20000 全部实测方案（含 S26–S29）。I-tag 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58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1873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60107"/>
            <a:ext cx="285567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：第 c 个核的事务速率。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占用表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：每笔事务占哪些链路、各几拍；路由固定后这张表就固定。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：允许的最大不均衡度（十核速率的标准差 / 均值）。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R(CoV)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：不均衡度 ≤ CoV 时的最高总带宽。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0336"/>
            <a:ext cx="3221431" cy="137555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771776"/>
            <a:ext cx="2599639" cy="11926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红线点：固定 CoV 上限，枚举十个核的速率组合，链路每拍 ≤ 1 flit，取总带宽最高的那个。CoV 从 0 逐点放宽即得整条红线（凸优化全局上界，不是对仿真点拟合）。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5202194"/>
            <a:ext cx="3221431" cy="11254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293634"/>
            <a:ext cx="2599639" cy="9425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红线上 = 该不均衡度下理论最好；红线下 = 机制损失；红线上方不可能。最左端 CoV = 0 即 R* = 5.7143；CoV ≥ 0.306 后红线平在 R_max = 6.40。在 CoV 坐标下红线是直线 R* + κ·CoV，κ = 2.18 —— 为什么见后两页。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标量指标推导：把上界在 CoV 坐标下拉直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2-metric-der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8105"/>
            <a:ext cx="6446520" cy="27966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64486"/>
            <a:ext cx="6446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左：LP 上界的 79 个点画在（CoV，总带宽）平面上是一条直线 R = R* + κ·CoV（κ = 2.177，RMS 残差 0.011，最大相对残差 0.43%）；蓝虚线 = 过 S0 的平行线，它与纵轴的交点就是 Φ(S0)。右：13 个方案 1 − φ 的两项分解。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7496" y="1060704"/>
            <a:ext cx="4227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Y M B O L S ,   T H E N   H O W   T O   R E A D   I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97496" y="1408176"/>
            <a:ext cx="4227271" cy="213741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5" y="1681246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符号表（单位都是带宽 flit/cycle）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5" y="2022622"/>
            <a:ext cx="3861511" cy="128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实测总带宽；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 = 5.7143，十核完全等速率（CoV = 0）时的最高带宽。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不均衡度 = 十核 100 拍窗带宽的标准差 / 均值。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κ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= 2.177，红线斜率 = 理想汇率：最好的控制器每多 1 单位 CoV 换到的带宽。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Φ = R − κ·CoV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：把不均衡按理想汇率「退」成带宽后剩下的等速率等效带宽；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φ = Φ / 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*，理想 =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7496" y="3691889"/>
            <a:ext cx="4227271" cy="176021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0375" y="3890390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左图怎么读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5" y="4231766"/>
            <a:ext cx="386151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红点全在红线上 ⇒ 上界任一点 φ ≡ 1。过 S0 作红线的平行线（蓝虚线），滑到 CoV = 0 读出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Φ(S0) = 4.936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；竖箭头 R* − Φ =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0.779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= (1−φ)·R*。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灰虚线 = 等 φ 线，与红线平行：线上每一点的等速率等效带宽 Φ 相同。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97496" y="5598414"/>
            <a:ext cx="4227271" cy="72923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8392" y="5689853"/>
            <a:ext cx="3605479" cy="5463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右图：1 − φ = 蓝（带宽缺口 (R*−R)/R*）+ 橙（不均衡折成带宽 κ·CoV/R*）。S16 0.918、S0 0.864、S1 0.731。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为什么理想控制器在带宽—CoV 图中是一条直线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A   S T R A I G H T   L I N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最优的「不公平」永远是同一个方向，只是幅度不同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115665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理想控制器只有一根杠杆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12667"/>
            <a:ext cx="3088538" cy="14366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限制总带宽的是热段上的 4 条绑定链路。邻 mem = 1 的 4 个慢核（C0 / C8 / C10 / C18）的写只能从一侧出去，大部分压在绑定链路上；其余 6 核可以两侧分流，每笔写只有一小部分落在绑定链路。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所以「以不均衡换带宽」只有一种划得来的做法：把速率从 4 个慢核挪给 6 个快核。每个 CoV 上限下 LP 的最优解都是这同一个方向，只是挪的量 δ 不同。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127903"/>
            <a:ext cx="3088538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每挪一单位，带宽和标准差各多一个常数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03035"/>
            <a:ext cx="3088538" cy="11340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挪 δ：绑定链路省出的容量让总带宽多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12/7 ≈ 1.71·δ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；十核速率的标准差多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√24/10 ≈ 0.49·δ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（4 对 6 分组的几何常数）。两者都正比于 δ ⇒ 带宽对标准差是精确的直线。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CoV = 标准差 / 均值，均值全程只从 0.571 变到 0.640（+12%），所以对 CoV 也几乎是直线：精确式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R = R* / (1 − 0.35·CoV)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，在 0–0.306 内与直线最大偏差 0.43%。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020827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这条直线代表什么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3417829"/>
            <a:ext cx="3088538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斜率 κ = 2.18 是汇率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：最好的控制器用 0.1 CoV 的不均衡恰好换到 0.22 flit/cycle，在线上哪一点都一样。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左端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CoV = 0：max-min 公平，R* = 5.714。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右端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CoV = 0.306：吞吐最大 R_max = 6.40，慢核速率只有快核的一半；再不均也换不到带宽，线变平。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线上的点都「不浪费」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：少掉的每份带宽都按理想汇率换成了均衡；线下的点到线的竖直距离 = 同等 CoV 下损失的带宽。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因为方向固定、汇率恒定，任何方案都可以沿这个方向投影回 CoV = 0 —— 投影落点的带宽就是 Φ，除以 R* 就是 φ。这就是把「总带宽 + 不均衡度」两个数压成一个数而不丢信息的依据。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其他方案在带宽—CoV 图中是什么形状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A T   R E A L   S C H E M E S   L O O K   L I K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一个工作点是一个点；调参数会走出三种轨迹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04947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工作点：全部落在线下方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446472"/>
            <a:ext cx="3088538" cy="1569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13 个方案各是一个点（第 27 页左图），没有一个在线上或线上方。S0 (0.278, 5.541)：带宽只差 3%，但多付 0.278 的不均衡；S28S (0.105, 3.338)：够均衡但空转 40% 带宽；S27 在右下角：两头都差。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离红线越远 φ 越低：S16 0.918 &gt; ITAG 0.882 &gt; S0 0.864 &gt; … &gt; S1 0.731 &gt; S27 0.476。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02055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调参轨迹：三种走法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417554"/>
            <a:ext cx="3088538" cy="1626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沿等 φ 线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（斜率 κ）：与理想同效率地以带宽换均衡 —— S16 oc 16 → 12。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竖直向下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（CoV 不变、只掉带宽）：S16 oc &lt; 12、S29 slot ≥ 3、S1 harsh 档。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中间斜线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（斜率 κ′ &gt; κ，ε = κ/κ′ &lt; 1）：S1 cap 段 ε 0.68–0.79，S29 slot 1 → 2 0.82，S28 0.31–0.80。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过拐点后折向右下：S1 spec → harsh 带宽掉、CoV 反而回升。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48716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256946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14376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为什么是这些形状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3540762"/>
            <a:ext cx="3088538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走等 φ 线要「只从快核拿、只给慢核」且链路不空转 —— S16 在 HA 授权点重排服务顺序、槽位一个不丢，恰好如此。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竖直下降 = 对十核一律限流：份额比例不变（CoV 不变）、链路空转（带宽掉）。全局阈值一旦压到慢核本来就到不了的速率，就进入这一段。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中间斜线 = 两者混合：S1 的拥塞等级把热段附近的慢核也压了；S27 背压让链路空转又不重排份额，所以落到右下角。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第 31 页把 13 个方案各自的旋钮轨迹画全：只有 S16 的一段贴近等 φ 线，其余都是折线、竖线或一团点 —— 旋钮不是 LP 那根杠杆。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φ 怎么用：表征一种算法、预测不均衡度、比较方案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A T   φ ,   Δ φ   A N D   φ - R A T I O S   M E A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调参降带宽 → 用 φ 反推 CoV；两方案相减 → 同等均衡下的带宽差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φ 表征一种算法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一个方案的 (R, CoV) 工作点给出 φ。调参时沿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等 φ 线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移动的算法，就是「以理想汇率把带宽换成均衡」的算法。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φ 不变、带宽降到 R′ 时：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CoV′ = (R′ − φ·R*)/κ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。预测值是下界：实测 CoV 不会低于它。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392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预测的验证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36213"/>
            <a:ext cx="2197531" cy="22226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S16 oc 16→12：带宽 5.459→5.275，预测 CoV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0.045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，实测 0.076。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S29 slot 2→1：预测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0.246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，实测 0.240。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S1 spec cap 1.0→0.5：预测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0.208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，实测 0.243。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S1 spec→harsh：预测 0，实测 0.311 —— 过了拐点，见 ③。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拐点与交换效率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每段旋钮的实测斜率 κ′ = ΔR/ΔCoV，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ε = κ/κ′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实际换到的均衡占理想汇率的比例。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oc 48→16 ε = 9.3（几乎白拿）；S29 slot 1→2 0.82；S1 cap 段 0.68–0.79；S28 0.31–0.80。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过拐点后 ΔCoV ≥ 0、ε ≤ 0：只掉带宽不换均衡，φ 直接按 ΔR/R* 下降。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769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差值与比值的含义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54693"/>
            <a:ext cx="2197531" cy="1985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Δφ·R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* = 同等不均衡度下 A 比 B 多出的带宽（把两者的 CoV 差按理想汇率折成带宽后相减）。S16 − S0 =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+0.055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（−0.004 带宽 + 0.058 均衡）；S1 − S0 =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−0.133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（−0.158 带宽 + 0.025 均衡）。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φ_A / φ_B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= 等速率等效带宽之比 = 同等均衡下完成同一批工作的速度比：S16/S0 = 1.063，S0/S1 = 1.182。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(1−φ) 之比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= 离理想控制器的距离之比：S16 走完 S0 → 理想 40% 的路。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φ 的差值可直接读成 flit/cycle，并按理想汇率拆成带宽项与均衡项。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13 个方案各自的旋钮轨迹：都不是那根 LP 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3-metric-kn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0636"/>
            <a:ext cx="6903720" cy="38315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8195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每个面板 = 该方案自己的一个旋钮；K = 2000，CoV 仍是 100 拍窗。红线 = LP 上界（CoV ≥ 0.306 后平在 R_max）；星 = 官方工作点。S1 按 band 拆成三条，不是把 9 个点连成一条。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K N O B   ≠   L P   L E V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4589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2445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是的：每条曲线是该方案自己的旋钮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65834"/>
            <a:ext cx="340431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每个面板只动一个标量：S0 / ITAG 扫 t_inj，S16 扫 oc，S1 按 band 拆成三条，S29 扫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红星 = 官方点。13 次独立扫描，不是混拟合。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3000375"/>
            <a:ext cx="3770071" cy="159048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89659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为什么大部分不是直线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531035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红线直，因为最优只有一个方向：4 个慢核 → 6 个快核，R 与 σ 都正比于挪动量 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旋钮不是这个 δ：先重分配，再一律限流（竖着掉），再错杀 / 空转 / 短窗抖动。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737163"/>
            <a:ext cx="3770071" cy="15904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926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本质：旋钮 ≠ LP 的那根杠杆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67824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LP 直线是最优速率沿单一自由度的像；旋钮同时搅动份额、空转和 100 拍窗抖动。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仅 S16 oc 20→12 贴近红线斜率。S28S 竖直；S19 / S20 / S22 / S1T 不动；S26 两边都坏。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CoV ≈ 0。可争的总带宽只有 3 个点，均衡那一侧才是主战场。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CoV_ideal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0.0055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CoV ≈ 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纵轴 φ = (R − κ·CoV)/R*：总带宽减去按理想汇率折成带宽的不均衡，再除以 R*，理想 = 1.0；筛选轮 K = 2000，100 拍窗。横轴 FF‑eq = 等效触发器数，把新增的寄存器、比较器、加法器、乘法器与总线线宽都折算成「相当于多少个 D 触发器」。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57084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25468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严格前沿只剩两个点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66844"/>
            <a:ext cx="335859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S0（0 FF‑eq，φ 0.8514）→ </a:t>
            </a:r>
            <a:r>
              <a:rPr sz="95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（900 FF‑eq，φ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0.9059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S1 为 21,220 FF‑eq（φ 0.7197）。S22-stock（13,920，φ 0.8476）是环仲裁备选；S19 / S20（5,840，φ 0.8604）只作 requester 窗口控制的对照。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125328"/>
            <a:ext cx="3724351" cy="217062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334902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补齐的四类：一个都没进前沿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676278"/>
            <a:ext cx="3358591" cy="1446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S26 路由 1,560 / φ 0.8354；S27 背压 1,960 /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0.4642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；S29 调度 4,440 / 0.8243；S28S 12,680 /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0.5491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；S28 速率 21,480 / 0.7983。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五个点的 φ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全部低于 S0 的 0.8514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不是被 S16 挤掉，是连「什么都不做」都没超过。前沿与补齐之前完全一致。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其中 S29：4,440 FF‑eq，约为 S22-stock 的 1/3，φ 只差 S22-stock 0.023（详见 S29 两页）。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442260"/>
            <a:ext cx="3724351" cy="88538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533700"/>
            <a:ext cx="3102559" cy="702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判据是「离理想控制器有多近」：S16 把 φ 从 0.8514 推到 0.9059，走完 S0 与理想之间 37% 的距离（K = 2000 筛选轮）。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94443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59105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CoV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32432"/>
            <a:ext cx="3358591" cy="339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 —— 这一页只考察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2498911"/>
            <a:ext cx="3724351" cy="140566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268179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023167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S0 本身就已经拿到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98.76%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；在此之上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FF‑eq）到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99.74%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，E-tag 绕环降到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35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更贵的方案全部更差：S19 / S20 = 99.08%，S22-stock = 98.75%，S1 = 98.35%。hot 的拥塞在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目的地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，而 S16 是唯一把控制点放在那里的方案。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4050881"/>
            <a:ext cx="3724351" cy="153744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5" y="423376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补齐四类在这里的表现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5" y="4575137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S29 =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（4,440 FF‑eq），与 S22-stock 的 98.75% 只差 0.09 个百分点，硬件是它的 1/3；S28S = 96.39%，S28 = 94.66%，S26 = 93.34%，S27 =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72.23%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换 pattern 也没有换前沿，仍是 S0 → S16；但「只动环仲裁」这一支上，最便宜的点由 S22-stock 变成了 S29。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0415" y="5734632"/>
            <a:ext cx="3724351" cy="59301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1" y="5826072"/>
            <a:ext cx="3102559" cy="4101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结论：换流量 pattern 之后，S16 仍然不亏带宽 —— 它不含任何 pattern 先验。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各方案的各核完成时间曲线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4-finish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54556"/>
            <a:ext cx="7863840" cy="4403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68035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13 个方案，同一 fabric、K = 20000 uniform 写；每格十条线 = 十核累计上环 WriteData / 配额，虚线 = 最早与最晚完成时刻。S1U / S1D 与 S1 / S0 逐拍相同，不重复。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4815" y="1060704"/>
            <a:ext cx="28099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O   F I N I S H E S   L A S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14815" y="1408176"/>
            <a:ext cx="2809951" cy="21996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7695" y="1599166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三种形态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5" y="1940542"/>
            <a:ext cx="2444191" cy="1512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六快四慢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（S0、S1T、S19、S20、S28、S26、I-tag）：快核 ~57k 完成，慢核 72–74k，比值 1.13–1.28。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十线重合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（S16 1.000、S28S 1.015）：每核速率被钉在同一值。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中间态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（S22 1.117、S27 1.153、S29 1.158、S1 1.194）：慢核仍慢，差距收窄。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14815" y="3754136"/>
            <a:ext cx="2809951" cy="174455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5" y="4015728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拐点的含义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357104"/>
            <a:ext cx="2444191" cy="916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六快四慢的方案里，慢核曲线在快核完成瞬间斜率抬升 —— 瓶颈是满载环上的上环机会，不是慢核自身。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S28S 十线重合但总时长 119.8k（S0 的 1.66 倍）：等分速率把每核限在 λ*，却把 R 压到 3.34。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4815" y="5644995"/>
            <a:ext cx="2809951" cy="68265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1" y="5736435"/>
            <a:ext cx="2188159" cy="4997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完成时间比是长期速率比的另一种读法；它和 100 拍 CoV 不是同一件事，见下页。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完成时间跨度 vs 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W O   R E A D I N G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18 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十核最早与最晚完成时刻之差（72,404 → 72,422）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为 15,365 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5-finish-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49504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8606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左：每个方案十核从最早到最晚完成的区间（千拍），右端数字 = 最晚 / 最早；右：100 拍 CoV 与完成时间比的散点。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两个口径给出不同排序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CoV 最高（0.363）但完成时间比 1.153，好于 S1 的 1.194：背压把所有核一起拖慢，长期份额反而接近。S22 CoV 0.234 高于 S1 的 0.213，完成时间比却是 1.117 对 1.194。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只有 S16 两项同时到底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S16：CoV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0.125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、完成时间比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、总带宽 −0.39%。S28S 也做到 1.015，但用 40% 带宽换来（总时长 119.8k）。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对架构评审的意义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瞬时 CoV 回答「任一 100 拍里有没有核被饿」，完成时间比回答「一批工作最后是谁拖尾」；两者都要看，S1 的 CoV −0.066 对应完成时间比 −0.077。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的同口径实测；S16 / S22 / S29 各再加两页微架构框图与逐拍示例。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是主方案；事务层不可改时走环仲裁分支，其中 S22 效果最好、S29 便宜 3.1 倍；S19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16。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overcommit 要跟着在飞上限走：上限 32 时取 16（12–16 是一段平台）。取 64 就永远扣不住任何东西，S16 会退化成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0.1248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CoV（S0 = 0.2782）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−0.39%，整窗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43515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9204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003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写：几乎白拿的均衡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60235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0.2782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0.1248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，总带宽 −0.39%。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 S1：CoV 0.2126，带宽 −16.3%。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本来就是齐的（128 B CompData）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十个核的读带宽只差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（0.5603–0.5623），CoV 0.0970、max/min 1.0035，带宽已到 R* 的 97.96%。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128 B 读没有待解决的问题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；64 B 读见后两页。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003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360235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把带宽推到 98.41%（+0.47%）、CoV 到 0.0744，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对照：S1-R 读侧带宽 −20.5%、CoV 0.1610。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读侧补充：CompData = 1 / 2 / 4 flit 时 S0 的不均衡度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R E A D - S I D E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1.578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CompData = 1 flit 时 S0 读侧 max/min（2 flit = 1.0035）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与写侧的 1.5663 同量级，同一组慢核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0-read-pay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131" y="1024128"/>
            <a:ext cx="8258920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读，K = 5000 笔/核，REQ 1 flit，CompData 1 / 2 / 4 flit（64 / 128 / 256 B）；右一横轴归一到各自的争用窗长度。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882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flit：不均最大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048173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每核读带宽 0.427–0.673，max/min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1.578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，100 拍 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0.1978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；C0 / C10 最慢、C8 / C18 次之 —— 与写侧同一组慢核。总带宽 5.387（R* 的 94.3%）。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flit 齐；4 flit 长期齐、瞬时抖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flit：max/min 1.0035、CoV 0.0970。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4 flit：max/min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1.0014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，但 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0.1597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、最差箱 0.483 —— 每笔 4 flit 的突发让 100 拍箱内份额抖动，长期份额不受影响。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为什么 1 flit 会不均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 flit 时 REQ（core→HA）与 CompData（HA→core）每笔各 1 flit，两向负载相同，REQ VC 与 DAT VC 并列最忙（占用 0.943），写侧的注入几何差异经 REQ 方向回到读侧。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/ 4 flit 时 DAT 单独成为瓶颈（占用 0.980 / 0.964），CompData 由 HA 侧发出，各核等齐。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读侧各核完成时间：1 flit 六快四慢，2 / 4 flit 十线重合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1.252 / 1.004 / 1.002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十核完成时间 最晚 / 最早：CompData = 1 / 2 / 4 flit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只有 1 flit 出现写侧的形态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1-read-payload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84026"/>
            <a:ext cx="8296351" cy="268411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5957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同上三组；纵轴 = 已收到 CompData / 本核配额，红 = 邻 mem = 1 的四核，蓝 = 其余六核。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最早 7,414、最晚 9,281；慢核曲线在快核完成后抬升，与写侧 S0 同一形态。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/ 4 flit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1.004 与 1.002，十条线不可分。4 flit 的抖动只在 100 拍尺度出现，累计曲线上看不到。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对建议的影响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若 workload 含大量 64 B 读，读侧需要和写侧一样纳入 S16-R；128 B 及以上读维持现状的结论不变。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微架构：HA 内部新增的三张小表和一条决策规则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2-s16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灰框 = 基线 HA 已有；红框 = S16 新增。REQ 从左侧下环进 tracker，授权决策读三张小表后驱动已有的 DBIDResp 发送器。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98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044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 HA 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1822"/>
            <a:ext cx="285567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 bit，在飞授权数；授权 +1，一笔写的末 flit 落地 −1。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served[c]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10 bit 饱和计数，每授权 +2 flit，定期同减最小值。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待授权计数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6 bit，外加 tracker 每条目 1 bit「已授权」标志。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4306"/>
            <a:ext cx="3221431" cy="14688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69510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决策只有两条规则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210886"/>
            <a:ext cx="2855671" cy="7936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直通：在飞 &lt; 16 且无人等待 → 到达即授权，轻载零延迟。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排队：从有等待的核里选 served 最小者（同值取小核号），取其最老的未授权条目发 DBIDResp。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99456"/>
            <a:ext cx="322143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390896"/>
            <a:ext cx="2599639" cy="84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无周期控制环、无总线、无新报文。成本口径 900 FF‑eq：10 bit 计数 + 2 比较 + 1 加法，×10；表与标志位挂在 tracker 上未单列。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工作示例：授权是怎么流向落后核的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3-s16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示意 overcommit = 2（实际 16，逻辑逐字相同）。左 = 报文时序；右 = HA 三张表在每一步之后的值，红字是那次改变结果的比较。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94733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8492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六步看懂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9868"/>
            <a:ext cx="285567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①② C0 两笔 REQ 直通授权，在飞到 2。③ C2 的 REQ 只能等。④ C0 第三笔也等。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⑤ C0 第一笔写完 → 空出的名额给 served 最小的 C2，不是先到的 C0。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⑥ 再空一个名额才轮到 C0。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501813"/>
            <a:ext cx="3221431" cy="155786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69370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为什么它几乎不花带宽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035077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名额一空立刻补，在飞授权始终顶在上限，HA 下环口没有一拍空转。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它改的是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谁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拿授权，不是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多少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授权 —— 所以总带宽只让 0.39%。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05984"/>
            <a:ext cx="3221431" cy="112166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97424"/>
            <a:ext cx="2599639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读侧同一套状态可照搬（served 计 CompData，末 CompData 落地释放名额），但前页已证明读侧没有待解决的问题。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32。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≤0.28%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/ S20 的总带宽与 S0 的最大差异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488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CoV、整窗最快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5.5255（vs S0 −0.28%）、CoV 0.2675、max/min 1.5515。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5.5478（vs S0 +0.12%）、CoV 0.2740、max/min 1.5514。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CoV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I N G - O N L Y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S1 用令牌桶：没额度本拍不上环。S22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同等不均衡度下让位比门控省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47 / 58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0.2342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S22 写侧 100 拍 CoV（S0 = 0.2782）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总写带宽 −2.21%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733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3328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S22：CoV 0.2342，带宽 −2.21%，max/min 1.2230，13,920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S1：CoV 0.2126，带宽 −16.3%，max/min 1.3586，21,220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1548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7540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拿到更低的 CoV（0.1248）和更小的带宽代价（0.39%）。S22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瞬时不均衡度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拍算一次十核带宽的 CoV 再聚合）问的是：在任意一小段时间里，十个核是不是同时都在被服务。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1.5663 意味着最快的核长期比最慢的核快 57%。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微架构：信号侧 8 个部件 + 仲裁侧插入的两级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4-s22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信号侧：本窗上环数 → 6 bit 总线 → 10 项表 → 加法树 → 赤字 → 请求 FSM；下 = 仲裁侧：在已有的 I‑tag 判定之后插入跨越判定与前瞻。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54228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227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3651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ok_win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6 bit 饱和计数；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cum_bus 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10 × 8 bit；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deficit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×10，钳位 ±64；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请求 FSM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×10：≥ 0.5 举、≤ 0 撤、hold 16 拍到期强制撤。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96767"/>
            <a:ext cx="3221431" cy="190949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346267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仲裁侧插在哪一级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687643"/>
            <a:ext cx="285567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候选 DAT flit 先过已有 I‑tag 判定，再问：有没有请求者 h，deficit[h] ≥ 我的 + 3.0 且 h 在这个 flit 的剩余路径上？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有 → 往后 8 深找一个目的地不同、不跨任何请求者的 flit 顶替；找不到才让出本拍。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52571"/>
            <a:ext cx="3221431" cy="117507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44011"/>
            <a:ext cx="2599639" cy="9921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13,920 FF‑eq 里 12,000 是运算，几乎全是那棵 10 输入加法树（360 × 20）。请求集合可由每节点持有的同一张表本地重算，不需再加信号。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时间线：一个 64 拍控制窗里发生了什么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5-s22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事件（时间轴分段缩放，93–109 拍放大）；下 = 落后核 C4 与领先核 C2 的赤字轨迹（示例数值）。红色阴影 = C4 请求有效期。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7714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从测到动要 30 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112871"/>
            <a:ext cx="285567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窗末 t = 63 播出 6 bit 计数，t = 93 才送达。这 30 拍里没有人让位 —— 赤字信号永远是 30 拍前的均值，这是它比 S16 慢的结构原因。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请求怎么撤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上环即扣 1，赤字 ≤ 0 就撤，不等下一窗；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hold 16 拍到期无论如何撤 —— 请求拦不住 transit，被 transit 卡住的核不能让上游白白空等。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margin 3.0：只向比自己至少多落后 3 flit 的请求者让位，「差不多齐」的不让，避免白扔 hop。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S29 写侧 100 拍 CoV（S0 = 0.2782）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总写带宽 −6.04%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302" y="1024128"/>
            <a:ext cx="8192577" cy="2711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2719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S29：带宽 5.2067，CoV 0.2021，max/min 1.3323，4,440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S1：带宽 4.6397，CoV 0.2126，max/min 1.3586，21,220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S22：便宜 3.1 倍，略差一点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0.2021 低于 S22 的 0.2342，但带宽 −6.04% 对 −2.21%、max/min 1.3323 对 1.2230 都更差。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差距的来源就是它省掉的那部分：日历不知道谁落后，让位的方向不总是从领先者流向落后者。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非均匀流量下也站得住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hot 上 S29 = R* 的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，与 S22-stock 的 98.75% 相差 0.09 个百分点，而硬件只有它的 1/3。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它不含任何 pattern 先验：日历是常量，需求位是本地事实。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微架构：删掉 S22 的表与加法树，触发换成日历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6-s29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触发侧：5 bit 帧计数器查常量表得到持有者，需求位决定该时隙是否有效；下 = 仲裁侧：与 S22 同一块逻辑，「请求者集合」换成「单一持有者」。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41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54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帧计数器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5 bit（t mod 20）；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持有者表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项常量；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demand 寄存器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bit，30 拍后整字替换；需求位每 16 拍由「本地 DAT 队列非空」产生。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仲裁侧逐字复用 S22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跨越判定的第一个操作数从「赤字更大的请求者」换成「本拍持有者」；不再比赤字，只查一个 bit。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前瞻加深到 32；HA 节点不让位。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4,440 FF‑eq = 总线 200 + 计数 240 + 运算 4,000。相对 S22 删掉表 1,600 与加法树 / 赤字运算 8,000。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时间线：日历、需求位与一次让位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7-s29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两帧日历（每核 2 拍）与需求字的采样 / 生效时刻；下 = 时隙 C6 的两拍里，上游 C2 的两个候选 flit 各自的命运。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9275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485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日历保证什么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89971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每核每 20 拍拿到 2 拍路权，100 拍公平窗里 5 次；硬保证，不靠收敛。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无需求的核其时隙自动作废，那 2 拍谁都可以上。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47235"/>
            <a:ext cx="3221431" cy="177336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7958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需求字是 30–46 拍前的快照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9334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 = 15 采样、t = 45 生效。刚排空的核最多再「占」46 拍时隙；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损失只在上游确有 flit 骑过、且前瞻找不到替代时才发生。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66901"/>
            <a:ext cx="3221431" cy="116074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58341"/>
            <a:ext cx="2599639" cy="977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它不知道谁落后：让位方向按核号轮转，不按赤字。这就是 S29 对 S22 带宽 −6.04% vs −2.21% 的全部来源。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S16；事务层不能改，则验证只动环上仲裁的 S22。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最忙链路利用率 96.98%；相对 R* 的 3.03% 缺口已按拍拆成有效载荷、绕环重发和四类空转，账目无残项。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六快四慢随时间稳定存在；即使完全抹平瞬时抖动，CoV 仍有 0.1916 的地板，核间长期速率比为 1.5673。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54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2413"/>
            <a:ext cx="2197531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由逐链路占用约束求得 R(CoV) 理论边界与等速率上限 R* = 5.7143；边界在 CoV 坐标下是直线，给出单一标量 φ = (R − 2.177·CoV)/R*（S16 0.918、S0 0.864）；再用 100 拍 CoV、完成时间比、硬件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817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78767"/>
            <a:ext cx="2197531" cy="21375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S16 在 HA 授权点直接重排服务：900 FF‑eq，CoV 0.1248，max/min 1.0001，总带宽仅 −0.39%。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第 21 页空着的四格已实测：S26 / S27 结构性失效，S28 不动均衡，S28S 用 40% 带宽换均衡；S29 为 5.207 / 0.2021 / 1.332。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若事务层不可改，只动环仲裁：S22（13,920 FF‑eq）效果最好，S29（4,440）便宜 3.1 倍；S19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56 / 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：当前所有可实现点里，S16 离理论上界最近、硬件代价最低，并在 uniform / hot 两类流量下都不显著损失带宽。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：确认 HA 授权时序、CHI 合规性和现有 tracker 接口可支持。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：6 bit 进度总线复用、30 拍反馈稳定性、让路范围和现有注入队列深度下的收益。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：环仲裁分支里效果最好的一档（13,920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297510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372109"/>
            <a:ext cx="2160955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：同上，且希望进一步压硬件 —— 执行器与 S22 相同，触发换成 20 拍固定日历 + 每核 1 bit 需求位。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：4,440 FF‑eq（S22 的 1/3）；带宽 −6.04% 对 S22 的 −2.21%，CoV 0.2021。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：环仲裁分支里硬件最便宜的一档。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510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72109"/>
            <a:ext cx="2160955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：128 B CompData 下 S0 已达 CoV 0.0970、max/min 1.0035，维持现状；64 B 读会重现六快四慢（max/min 1.578），若 workload 含它则并入 S16-R。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微架构验证；不允许修改：进入环仲裁原型（S22 效果最好，S29 便宜 3.1 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